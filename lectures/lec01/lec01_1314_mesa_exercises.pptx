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6247" r:id="rId2"/>
    <p:sldId id="6250" r:id="rId3"/>
    <p:sldId id="6248" r:id="rId4"/>
    <p:sldId id="6249" r:id="rId5"/>
    <p:sldId id="6251" r:id="rId6"/>
    <p:sldId id="6252" r:id="rId7"/>
    <p:sldId id="6254" r:id="rId8"/>
    <p:sldId id="6255" r:id="rId9"/>
    <p:sldId id="6258" r:id="rId10"/>
    <p:sldId id="6261" r:id="rId11"/>
    <p:sldId id="6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344D197-9CC5-40CA-A463-665807F17555}">
          <p14:sldIdLst>
            <p14:sldId id="6247"/>
            <p14:sldId id="6250"/>
            <p14:sldId id="6248"/>
            <p14:sldId id="6249"/>
            <p14:sldId id="6251"/>
            <p14:sldId id="6252"/>
            <p14:sldId id="6254"/>
            <p14:sldId id="6255"/>
            <p14:sldId id="6258"/>
            <p14:sldId id="6261"/>
            <p14:sldId id="6260"/>
          </p14:sldIdLst>
        </p14:section>
        <p14:section name="无标题节" id="{BFC52ED7-AA6B-4500-9539-8D13D75FAA1C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C42"/>
    <a:srgbClr val="DAE3F3"/>
    <a:srgbClr val="078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00" autoAdjust="0"/>
    <p:restoredTop sz="84275" autoAdjust="0"/>
  </p:normalViewPr>
  <p:slideViewPr>
    <p:cSldViewPr snapToGrid="0">
      <p:cViewPr varScale="1">
        <p:scale>
          <a:sx n="104" d="100"/>
          <a:sy n="104" d="100"/>
        </p:scale>
        <p:origin x="806" y="9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7D58F-161D-D54A-AB18-2A849F23AC5A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BB03F-D8C3-A748-B883-1E5D03C19A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51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https://mesa.readthedocs.io/stable/tutorials/1_adding_space.html</a:t>
            </a:r>
            <a:br>
              <a:rPr lang="en-US" altLang="zh-CN" dirty="0"/>
            </a:br>
            <a:endParaRPr lang="en-US" altLang="zh-CN" dirty="0"/>
          </a:p>
          <a:p>
            <a:r>
              <a:rPr lang="en-US" altLang="zh-CN" b="1" dirty="0"/>
              <a:t>Space (</a:t>
            </a:r>
            <a:r>
              <a:rPr lang="zh-CN" altLang="en-US" b="1" dirty="0"/>
              <a:t>空间</a:t>
            </a:r>
            <a:r>
              <a:rPr lang="en-US" altLang="zh-CN" b="1" dirty="0"/>
              <a:t>):</a:t>
            </a:r>
            <a:r>
              <a:rPr lang="zh-CN" altLang="en-US" dirty="0"/>
              <a:t> 定义了代理在其中移动和交互的结构</a:t>
            </a:r>
            <a:endParaRPr lang="en-US" altLang="zh-CN" dirty="0"/>
          </a:p>
          <a:p>
            <a:br>
              <a:rPr lang="en-US" altLang="zh-CN" dirty="0"/>
            </a:br>
            <a:r>
              <a:rPr lang="en-US" altLang="zh-CN" b="1" dirty="0"/>
              <a:t>1. Grid-based Space (</a:t>
            </a:r>
            <a:r>
              <a:rPr lang="zh-CN" altLang="en-US" b="1" dirty="0"/>
              <a:t>网格空间</a:t>
            </a:r>
            <a:r>
              <a:rPr lang="en-US" altLang="zh-CN" b="1" dirty="0"/>
              <a:t>)</a:t>
            </a:r>
          </a:p>
          <a:p>
            <a:r>
              <a:rPr lang="zh-CN" altLang="en-US" dirty="0"/>
              <a:t>这是最常见的一种，代理被限制在一个离散的网格中移动，每个单元格可以是空的，也可以容纳一个或多个代理。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BB03F-D8C3-A748-B883-1E5D03C19AB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671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ongshgeo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jpeg"/><Relationship Id="rId5" Type="http://schemas.openxmlformats.org/officeDocument/2006/relationships/hyperlink" Target="https://www.researchgate.net/profile/Shuang-Song-14" TargetMode="External"/><Relationship Id="rId4" Type="http://schemas.openxmlformats.org/officeDocument/2006/relationships/hyperlink" Target="https://github.com/SongshGeo/yellow-river-fit" TargetMode="Externa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ongshgeo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jpeg"/><Relationship Id="rId5" Type="http://schemas.openxmlformats.org/officeDocument/2006/relationships/hyperlink" Target="https://www.researchgate.net/profile/Shuang-Song-14" TargetMode="External"/><Relationship Id="rId4" Type="http://schemas.openxmlformats.org/officeDocument/2006/relationships/hyperlink" Target="https://github.com/SongshGeo/yellow-river-fit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262347"/>
            <a:ext cx="10363200" cy="2106272"/>
          </a:xfrm>
        </p:spPr>
        <p:txBody>
          <a:bodyPr anchor="b">
            <a:normAutofit/>
          </a:bodyPr>
          <a:lstStyle>
            <a:lvl1pPr algn="ctr">
              <a:defRPr sz="3600" b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这是主标题</a:t>
            </a:r>
            <a:br>
              <a:rPr lang="en-US" altLang="zh-CN" dirty="0"/>
            </a:br>
            <a:r>
              <a:rPr lang="en-US" altLang="zh-CN" dirty="0"/>
              <a:t>This is the main title</a:t>
            </a:r>
            <a:endParaRPr 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4DB9EE2-34B6-19D7-DB1C-7B247052D44C}"/>
              </a:ext>
            </a:extLst>
          </p:cNvPr>
          <p:cNvGrpSpPr/>
          <p:nvPr userDrawn="1"/>
        </p:nvGrpSpPr>
        <p:grpSpPr>
          <a:xfrm>
            <a:off x="2806224" y="641440"/>
            <a:ext cx="6458003" cy="435318"/>
            <a:chOff x="2104668" y="641440"/>
            <a:chExt cx="4843502" cy="435318"/>
          </a:xfrm>
        </p:grpSpPr>
        <p:cxnSp>
          <p:nvCxnSpPr>
            <p:cNvPr id="10" name="直接连接符 26">
              <a:extLst>
                <a:ext uri="{FF2B5EF4-FFF2-40B4-BE49-F238E27FC236}">
                  <a16:creationId xmlns:a16="http://schemas.microsoft.com/office/drawing/2014/main" id="{3692D6C2-01AD-19BC-1830-5250F533B8DA}"/>
                </a:ext>
              </a:extLst>
            </p:cNvPr>
            <p:cNvCxnSpPr/>
            <p:nvPr/>
          </p:nvCxnSpPr>
          <p:spPr>
            <a:xfrm>
              <a:off x="5354320" y="662338"/>
              <a:ext cx="0" cy="36576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1E7D554-4CBD-5FB2-35B0-9819A8ED2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0370" y="641440"/>
              <a:ext cx="1447800" cy="435318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B97F479-B722-90D3-FBE3-2910FED7EA15}"/>
                </a:ext>
              </a:extLst>
            </p:cNvPr>
            <p:cNvSpPr txBox="1"/>
            <p:nvPr/>
          </p:nvSpPr>
          <p:spPr>
            <a:xfrm>
              <a:off x="2104668" y="685106"/>
              <a:ext cx="3024228" cy="34163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indent="0" algn="ctr" defTabSz="9144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b="1">
                  <a:solidFill>
                    <a:srgbClr val="9B9B9B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defRPr>
              </a:lvl1pPr>
              <a:lvl2pPr indent="0" algn="ctr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/>
              </a:lvl2pPr>
              <a:lvl3pPr indent="0" algn="ctr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</a:lvl3pPr>
              <a:lvl4pPr indent="0" algn="ctr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4pPr>
              <a:lvl5pPr indent="0" algn="ctr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5pPr>
              <a:lvl6pPr indent="0" algn="ctr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6pPr>
              <a:lvl7pPr indent="0" algn="ctr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7pPr>
              <a:lvl8pPr indent="0" algn="ctr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8pPr>
              <a:lvl9pPr indent="0" algn="ctr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9pPr>
            </a:lstStyle>
            <a:p>
              <a:r>
                <a:rPr lang="en-US" altLang="zh-CN" sz="1800" dirty="0"/>
                <a:t>Beijing Normal University</a:t>
              </a:r>
              <a:endParaRPr lang="zh-CN" altLang="en-US" sz="1800" dirty="0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AB4636F8-C9B1-FD08-F6AE-3B6850F52465}"/>
              </a:ext>
            </a:extLst>
          </p:cNvPr>
          <p:cNvSpPr txBox="1"/>
          <p:nvPr userDrawn="1"/>
        </p:nvSpPr>
        <p:spPr>
          <a:xfrm>
            <a:off x="2641600" y="5308982"/>
            <a:ext cx="58098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</a:rPr>
              <a:t>Contact me:</a:t>
            </a:r>
          </a:p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Website: 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www.songshgeo.com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GitHub: 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https://github.com/SongshGeo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Research Gate: 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https://www.researchgate.net/profile/Shuang-Song-14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Twitter: @ShuangSong11	Email: </a:t>
            </a:r>
            <a:r>
              <a:rPr lang="en-US" altLang="zh-CN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songshgeo@gmail.com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79D1C09-EAED-9FF9-7A56-E640E8C0510B}"/>
              </a:ext>
            </a:extLst>
          </p:cNvPr>
          <p:cNvSpPr/>
          <p:nvPr userDrawn="1"/>
        </p:nvSpPr>
        <p:spPr>
          <a:xfrm>
            <a:off x="4564401" y="4786073"/>
            <a:ext cx="3038400" cy="180563"/>
          </a:xfrm>
          <a:prstGeom prst="rect">
            <a:avLst/>
          </a:prstGeom>
          <a:solidFill>
            <a:srgbClr val="006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1DAE35E-7686-349D-8741-E2D221F227C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524001" y="5404620"/>
            <a:ext cx="1020276" cy="765207"/>
          </a:xfrm>
          <a:prstGeom prst="ellipse">
            <a:avLst/>
          </a:prstGeom>
        </p:spPr>
      </p:pic>
      <p:sp>
        <p:nvSpPr>
          <p:cNvPr id="3" name="文本占位符 5">
            <a:extLst>
              <a:ext uri="{FF2B5EF4-FFF2-40B4-BE49-F238E27FC236}">
                <a16:creationId xmlns:a16="http://schemas.microsoft.com/office/drawing/2014/main" id="{C528C7F5-E1DB-6AF7-A22F-6B88E0D79AF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04001" y="4462975"/>
            <a:ext cx="3759201" cy="307777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6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Lecturer:</a:t>
            </a:r>
          </a:p>
        </p:txBody>
      </p:sp>
      <p:sp>
        <p:nvSpPr>
          <p:cNvPr id="4" name="文本占位符 5">
            <a:extLst>
              <a:ext uri="{FF2B5EF4-FFF2-40B4-BE49-F238E27FC236}">
                <a16:creationId xmlns:a16="http://schemas.microsoft.com/office/drawing/2014/main" id="{41CC7580-C4D6-FBC2-2D38-694424706C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3581" y="4733237"/>
            <a:ext cx="1564851" cy="286232"/>
          </a:xfrm>
          <a:noFill/>
        </p:spPr>
        <p:txBody>
          <a:bodyPr wrap="none" rtlCol="0">
            <a:spAutoFit/>
          </a:bodyPr>
          <a:lstStyle>
            <a:lvl1pPr marL="0" indent="0" algn="ctr">
              <a:buNone/>
              <a:defRPr kumimoji="1" lang="zh-CN" altLang="en-US" sz="14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  <a:ea typeface="+mn-ea"/>
              </a:defRPr>
            </a:lvl1pPr>
          </a:lstStyle>
          <a:p>
            <a:pPr marL="0" lvl="0" defTabSz="457200"/>
            <a:r>
              <a:rPr kumimoji="1" lang="en-US" altLang="zh-CN" dirty="0"/>
              <a:t>Title of the lecturer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43B0A7-9BA9-BB32-4CC3-31D7FF3F3720}"/>
              </a:ext>
            </a:extLst>
          </p:cNvPr>
          <p:cNvSpPr/>
          <p:nvPr userDrawn="1"/>
        </p:nvSpPr>
        <p:spPr>
          <a:xfrm>
            <a:off x="2580640" y="1122364"/>
            <a:ext cx="7030720" cy="45719"/>
          </a:xfrm>
          <a:prstGeom prst="rect">
            <a:avLst/>
          </a:prstGeom>
          <a:solidFill>
            <a:srgbClr val="006C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B8CBC98-300E-9A3A-2530-C489C8B8A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3423338"/>
            <a:ext cx="10363200" cy="952500"/>
          </a:xfrm>
        </p:spPr>
        <p:txBody>
          <a:bodyPr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CN" dirty="0"/>
              <a:t>Maybe you need subtitle 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379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A19B4E8-66E5-9F23-B358-07826C0E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35054"/>
            <a:ext cx="2743200" cy="365125"/>
          </a:xfrm>
        </p:spPr>
        <p:txBody>
          <a:bodyPr/>
          <a:lstStyle/>
          <a:p>
            <a:fld id="{30CA375C-7126-4F54-BD01-D19F340EEB06}" type="datetime1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D2DA078-5A26-3246-1FFE-BAE7ACF6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30673"/>
            <a:ext cx="2743200" cy="365125"/>
          </a:xfrm>
        </p:spPr>
        <p:txBody>
          <a:bodyPr/>
          <a:lstStyle/>
          <a:p>
            <a:fld id="{2295A77A-6E3C-4C93-9424-737BC9EE8C1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39994D9-E5B9-7AF4-CE95-FD1461D0C7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82"/>
          <a:stretch/>
        </p:blipFill>
        <p:spPr>
          <a:xfrm>
            <a:off x="-2097" y="1468502"/>
            <a:ext cx="12192000" cy="4351338"/>
          </a:xfrm>
          <a:prstGeom prst="rect">
            <a:avLst/>
          </a:prstGeom>
        </p:spPr>
      </p:pic>
      <p:sp>
        <p:nvSpPr>
          <p:cNvPr id="15" name="矩形: 圆角 61">
            <a:extLst>
              <a:ext uri="{FF2B5EF4-FFF2-40B4-BE49-F238E27FC236}">
                <a16:creationId xmlns:a16="http://schemas.microsoft.com/office/drawing/2014/main" id="{F2579A77-0560-2F51-C469-92DD91F81DCE}"/>
              </a:ext>
            </a:extLst>
          </p:cNvPr>
          <p:cNvSpPr/>
          <p:nvPr userDrawn="1"/>
        </p:nvSpPr>
        <p:spPr>
          <a:xfrm>
            <a:off x="4542809" y="5639777"/>
            <a:ext cx="3102187" cy="36012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6C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006C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All  &gt;&gt;</a:t>
            </a:r>
            <a:endParaRPr lang="zh-CN" altLang="en-US" sz="1400" b="1" dirty="0">
              <a:solidFill>
                <a:srgbClr val="006C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BB493FE-9185-1F1A-76BC-07AFA549472B}"/>
              </a:ext>
            </a:extLst>
          </p:cNvPr>
          <p:cNvSpPr/>
          <p:nvPr userDrawn="1"/>
        </p:nvSpPr>
        <p:spPr>
          <a:xfrm>
            <a:off x="0" y="1"/>
            <a:ext cx="12192000" cy="1365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5DFD806-5186-EB03-AF4D-6A48D5E43955}"/>
              </a:ext>
            </a:extLst>
          </p:cNvPr>
          <p:cNvSpPr/>
          <p:nvPr userDrawn="1"/>
        </p:nvSpPr>
        <p:spPr>
          <a:xfrm>
            <a:off x="729114" y="2"/>
            <a:ext cx="2607644" cy="136523"/>
          </a:xfrm>
          <a:prstGeom prst="rect">
            <a:avLst/>
          </a:prstGeom>
          <a:solidFill>
            <a:srgbClr val="006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F0ECC9-9D2F-D3F9-17A6-67FD02EBAF51}"/>
              </a:ext>
            </a:extLst>
          </p:cNvPr>
          <p:cNvSpPr/>
          <p:nvPr/>
        </p:nvSpPr>
        <p:spPr>
          <a:xfrm>
            <a:off x="593428" y="2164419"/>
            <a:ext cx="2422416" cy="2959492"/>
          </a:xfrm>
          <a:prstGeom prst="rect">
            <a:avLst/>
          </a:prstGeom>
          <a:solidFill>
            <a:srgbClr val="006C4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7DAE9D9-D5B6-98AC-6EBE-394855847619}"/>
              </a:ext>
            </a:extLst>
          </p:cNvPr>
          <p:cNvSpPr/>
          <p:nvPr/>
        </p:nvSpPr>
        <p:spPr>
          <a:xfrm>
            <a:off x="3454339" y="2164419"/>
            <a:ext cx="2422416" cy="2959492"/>
          </a:xfrm>
          <a:prstGeom prst="rect">
            <a:avLst/>
          </a:prstGeom>
          <a:solidFill>
            <a:srgbClr val="006C4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D8B5F24-EFAB-91E3-6655-63457454D37C}"/>
              </a:ext>
            </a:extLst>
          </p:cNvPr>
          <p:cNvSpPr/>
          <p:nvPr/>
        </p:nvSpPr>
        <p:spPr>
          <a:xfrm>
            <a:off x="6315249" y="2153920"/>
            <a:ext cx="2422416" cy="2959492"/>
          </a:xfrm>
          <a:prstGeom prst="rect">
            <a:avLst/>
          </a:prstGeom>
          <a:solidFill>
            <a:srgbClr val="006C4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28EA7D8-8698-D716-7F09-09F8A99DA107}"/>
              </a:ext>
            </a:extLst>
          </p:cNvPr>
          <p:cNvSpPr/>
          <p:nvPr/>
        </p:nvSpPr>
        <p:spPr>
          <a:xfrm>
            <a:off x="9176159" y="2153920"/>
            <a:ext cx="2422416" cy="2959492"/>
          </a:xfrm>
          <a:prstGeom prst="rect">
            <a:avLst/>
          </a:prstGeom>
          <a:solidFill>
            <a:srgbClr val="006C4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13B08FA2-05C7-0BAE-2087-E8B6BD152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8860" y="386781"/>
            <a:ext cx="7574280" cy="903004"/>
          </a:xfrm>
        </p:spPr>
        <p:txBody>
          <a:bodyPr>
            <a:normAutofit/>
          </a:bodyPr>
          <a:lstStyle>
            <a:lvl1pPr algn="ctr"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Outlines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1A289A-FB89-2207-C623-BEED73E07360}"/>
              </a:ext>
            </a:extLst>
          </p:cNvPr>
          <p:cNvSpPr/>
          <p:nvPr userDrawn="1"/>
        </p:nvSpPr>
        <p:spPr>
          <a:xfrm>
            <a:off x="2580640" y="1122364"/>
            <a:ext cx="7030720" cy="45719"/>
          </a:xfrm>
          <a:prstGeom prst="rect">
            <a:avLst/>
          </a:prstGeom>
          <a:solidFill>
            <a:srgbClr val="006C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D2E798-294A-5B9F-67F0-A5DB4068C63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3425" y="2684932"/>
            <a:ext cx="2422416" cy="286232"/>
          </a:xfrm>
          <a:noFill/>
        </p:spPr>
        <p:txBody>
          <a:bodyPr wrap="square" rtlCol="0">
            <a:spAutoFit/>
          </a:bodyPr>
          <a:lstStyle>
            <a:lvl1pPr>
              <a:defRPr kumimoji="1" lang="zh-CN" alt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85750" lvl="0" indent="-285750" defTabSz="457200">
              <a:buFont typeface="Wingdings" pitchFamily="2" charset="2"/>
              <a:buChar char="n"/>
            </a:pPr>
            <a:r>
              <a:rPr kumimoji="1" lang="zh-CN" altLang="en-US" dirty="0"/>
              <a:t>写点什么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150A5EF4-A7F7-C232-2879-0AD99039AB0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54336" y="2684932"/>
            <a:ext cx="2422416" cy="286232"/>
          </a:xfrm>
          <a:noFill/>
        </p:spPr>
        <p:txBody>
          <a:bodyPr wrap="square" rtlCol="0">
            <a:spAutoFit/>
          </a:bodyPr>
          <a:lstStyle>
            <a:lvl1pPr>
              <a:defRPr kumimoji="1" lang="zh-CN" alt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85750" lvl="0" indent="-285750" defTabSz="457200">
              <a:buFont typeface="Wingdings" pitchFamily="2" charset="2"/>
              <a:buChar char="n"/>
            </a:pPr>
            <a:r>
              <a:rPr kumimoji="1" lang="zh-CN" altLang="en-US" dirty="0"/>
              <a:t>写点什么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42F126C-D244-C5EF-50B1-A677630636D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15249" y="2684932"/>
            <a:ext cx="2422416" cy="286232"/>
          </a:xfrm>
          <a:noFill/>
        </p:spPr>
        <p:txBody>
          <a:bodyPr wrap="square" rtlCol="0">
            <a:spAutoFit/>
          </a:bodyPr>
          <a:lstStyle>
            <a:lvl1pPr>
              <a:defRPr kumimoji="1" lang="zh-CN" alt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85750" lvl="0" indent="-285750" defTabSz="457200">
              <a:buFont typeface="Wingdings" pitchFamily="2" charset="2"/>
              <a:buChar char="n"/>
            </a:pPr>
            <a:r>
              <a:rPr kumimoji="1" lang="zh-CN" altLang="en-US" dirty="0"/>
              <a:t>写点什么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5F2796A8-555F-260E-BDAC-44308B019CD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176157" y="2684932"/>
            <a:ext cx="2422416" cy="286232"/>
          </a:xfrm>
          <a:noFill/>
        </p:spPr>
        <p:txBody>
          <a:bodyPr wrap="square" rtlCol="0">
            <a:spAutoFit/>
          </a:bodyPr>
          <a:lstStyle>
            <a:lvl1pPr>
              <a:defRPr kumimoji="1" lang="zh-CN" alt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85750" lvl="0" indent="-285750" defTabSz="457200">
              <a:buFont typeface="Wingdings" pitchFamily="2" charset="2"/>
              <a:buChar char="n"/>
            </a:pPr>
            <a:r>
              <a:rPr kumimoji="1" lang="zh-CN" altLang="en-US" dirty="0"/>
              <a:t>写点什么</a:t>
            </a:r>
          </a:p>
        </p:txBody>
      </p:sp>
      <p:sp>
        <p:nvSpPr>
          <p:cNvPr id="14" name="内容占位符 13">
            <a:extLst>
              <a:ext uri="{FF2B5EF4-FFF2-40B4-BE49-F238E27FC236}">
                <a16:creationId xmlns:a16="http://schemas.microsoft.com/office/drawing/2014/main" id="{6BD2290F-4226-26FE-6A56-DA2144A8E92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08131" y="2180069"/>
            <a:ext cx="2414400" cy="313932"/>
          </a:xfrm>
          <a:solidFill>
            <a:srgbClr val="006C4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lvl="0" algn="ctr" defTabSz="457200"/>
            <a:r>
              <a:rPr kumimoji="1" lang="en-US" altLang="zh-CN" dirty="0"/>
              <a:t>Part 1</a:t>
            </a:r>
            <a:endParaRPr kumimoji="1" lang="zh-CN" altLang="en-US" dirty="0"/>
          </a:p>
        </p:txBody>
      </p:sp>
      <p:sp>
        <p:nvSpPr>
          <p:cNvPr id="16" name="内容占位符 13">
            <a:extLst>
              <a:ext uri="{FF2B5EF4-FFF2-40B4-BE49-F238E27FC236}">
                <a16:creationId xmlns:a16="http://schemas.microsoft.com/office/drawing/2014/main" id="{454A8133-1699-16C2-2770-9284689B62C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62352" y="2180069"/>
            <a:ext cx="2414400" cy="313932"/>
          </a:xfrm>
          <a:solidFill>
            <a:srgbClr val="006C4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lvl="0" algn="ctr" defTabSz="457200"/>
            <a:r>
              <a:rPr kumimoji="1" lang="en-US" altLang="zh-CN" dirty="0"/>
              <a:t>Part 2</a:t>
            </a:r>
            <a:endParaRPr kumimoji="1" lang="zh-CN" altLang="en-US" dirty="0"/>
          </a:p>
        </p:txBody>
      </p:sp>
      <p:sp>
        <p:nvSpPr>
          <p:cNvPr id="19" name="内容占位符 13">
            <a:extLst>
              <a:ext uri="{FF2B5EF4-FFF2-40B4-BE49-F238E27FC236}">
                <a16:creationId xmlns:a16="http://schemas.microsoft.com/office/drawing/2014/main" id="{1026E2E8-A4AF-974E-B643-6EDEC968672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23265" y="2180069"/>
            <a:ext cx="2414400" cy="313932"/>
          </a:xfrm>
          <a:solidFill>
            <a:srgbClr val="006C4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lvl="0" algn="ctr" defTabSz="457200"/>
            <a:r>
              <a:rPr kumimoji="1" lang="en-US" altLang="zh-CN" dirty="0"/>
              <a:t>Part 3</a:t>
            </a:r>
            <a:endParaRPr kumimoji="1" lang="zh-CN" altLang="en-US" dirty="0"/>
          </a:p>
        </p:txBody>
      </p:sp>
      <p:sp>
        <p:nvSpPr>
          <p:cNvPr id="20" name="内容占位符 13">
            <a:extLst>
              <a:ext uri="{FF2B5EF4-FFF2-40B4-BE49-F238E27FC236}">
                <a16:creationId xmlns:a16="http://schemas.microsoft.com/office/drawing/2014/main" id="{9678DDEB-DA84-E35B-7B08-3FDFE3D0807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184172" y="2180069"/>
            <a:ext cx="2414400" cy="313932"/>
          </a:xfrm>
          <a:solidFill>
            <a:srgbClr val="006C4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lvl="0" algn="ctr" defTabSz="457200"/>
            <a:r>
              <a:rPr kumimoji="1" lang="en-US" altLang="zh-CN" dirty="0"/>
              <a:t>Part 4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973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3C20E1F-80E3-F333-606B-4677B58E8167}"/>
              </a:ext>
            </a:extLst>
          </p:cNvPr>
          <p:cNvSpPr txBox="1"/>
          <p:nvPr userDrawn="1"/>
        </p:nvSpPr>
        <p:spPr>
          <a:xfrm>
            <a:off x="1401823" y="2196355"/>
            <a:ext cx="6108832" cy="168507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1500" b="1">
                <a:solidFill>
                  <a:srgbClr val="CCE2D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 sz="11500" dirty="0"/>
              <a:t>Part</a:t>
            </a:r>
            <a:endParaRPr lang="zh-CN" altLang="en-US" sz="11500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495FF6FC-B27A-01E3-5B2F-7511A621EF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9490" y="2152692"/>
            <a:ext cx="3177081" cy="1685077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11500" dirty="0">
                <a:solidFill>
                  <a:srgbClr val="CCE2D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457200"/>
            <a:r>
              <a:rPr kumimoji="1" lang="en-US" altLang="zh-CN" dirty="0"/>
              <a:t>X</a:t>
            </a:r>
            <a:endParaRPr kumimoji="1" lang="zh-CN" altLang="en-US" dirty="0"/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45D35BFC-7379-5325-AF7A-CF488E5D4A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237" y="3133535"/>
            <a:ext cx="5004203" cy="590931"/>
          </a:xfrm>
          <a:solidFill>
            <a:schemeClr val="bg1">
              <a:alpha val="60000"/>
            </a:schemeClr>
          </a:solidFill>
        </p:spPr>
        <p:txBody>
          <a:bodyPr wrap="square">
            <a:spAutoFit/>
          </a:bodyPr>
          <a:lstStyle>
            <a:lvl1pPr marL="0" indent="0" algn="l">
              <a:buNone/>
              <a:defRPr lang="zh-CN" altLang="en-US" sz="3600" dirty="0">
                <a:solidFill>
                  <a:srgbClr val="006C4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lvl="0" algn="ctr" defTabSz="457200"/>
            <a:r>
              <a:rPr kumimoji="1" lang="en-US" altLang="zh-CN" dirty="0"/>
              <a:t>Section title</a:t>
            </a:r>
            <a:endParaRPr kumimoji="1" lang="zh-CN" altLang="en-US" dirty="0"/>
          </a:p>
        </p:txBody>
      </p:sp>
      <p:sp>
        <p:nvSpPr>
          <p:cNvPr id="27" name="日期占位符 3">
            <a:extLst>
              <a:ext uri="{FF2B5EF4-FFF2-40B4-BE49-F238E27FC236}">
                <a16:creationId xmlns:a16="http://schemas.microsoft.com/office/drawing/2014/main" id="{3C07FA1D-1846-B398-31B5-77B8B5ECD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15803"/>
            <a:ext cx="2743200" cy="365125"/>
          </a:xfrm>
          <a:prstGeom prst="rect">
            <a:avLst/>
          </a:prstGeom>
        </p:spPr>
        <p:txBody>
          <a:bodyPr/>
          <a:lstStyle/>
          <a:p>
            <a:fld id="{1D381888-630E-42DF-B3BB-5A2AED8C809D}" type="datetime1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29" name="灯片编号占位符 5">
            <a:extLst>
              <a:ext uri="{FF2B5EF4-FFF2-40B4-BE49-F238E27FC236}">
                <a16:creationId xmlns:a16="http://schemas.microsoft.com/office/drawing/2014/main" id="{B5F27477-EC14-9F21-E8BF-6009BF83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15803"/>
            <a:ext cx="2743200" cy="365125"/>
          </a:xfrm>
          <a:prstGeom prst="rect">
            <a:avLst/>
          </a:prstGeom>
        </p:spPr>
        <p:txBody>
          <a:bodyPr/>
          <a:lstStyle/>
          <a:p>
            <a:fld id="{2295A77A-6E3C-4C93-9424-737BC9EE8C1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09B915-4AE0-EF7A-B7DB-F50FBB926712}"/>
              </a:ext>
            </a:extLst>
          </p:cNvPr>
          <p:cNvSpPr/>
          <p:nvPr userDrawn="1"/>
        </p:nvSpPr>
        <p:spPr>
          <a:xfrm>
            <a:off x="0" y="1"/>
            <a:ext cx="12192000" cy="1365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28BF083-1426-16E8-3E73-17E7F217C5A6}"/>
              </a:ext>
            </a:extLst>
          </p:cNvPr>
          <p:cNvSpPr/>
          <p:nvPr userDrawn="1"/>
        </p:nvSpPr>
        <p:spPr>
          <a:xfrm>
            <a:off x="729114" y="2"/>
            <a:ext cx="2607644" cy="136523"/>
          </a:xfrm>
          <a:prstGeom prst="rect">
            <a:avLst/>
          </a:prstGeom>
          <a:solidFill>
            <a:srgbClr val="006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E009D9D1-CADA-9904-B06C-7D830E04E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98426" y="3724465"/>
            <a:ext cx="3286181" cy="3139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altLang="zh-CN" sz="1600" dirty="0" smtClean="0">
                <a:solidFill>
                  <a:srgbClr val="5A5A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defTabSz="457200"/>
            <a:r>
              <a:rPr kumimoji="1" lang="en-US" altLang="zh-CN" dirty="0"/>
              <a:t>Section subtitle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E1F4E0-67D0-E156-E504-BB3BF41ABDE5}"/>
              </a:ext>
            </a:extLst>
          </p:cNvPr>
          <p:cNvSpPr/>
          <p:nvPr userDrawn="1"/>
        </p:nvSpPr>
        <p:spPr>
          <a:xfrm>
            <a:off x="3626840" y="3163901"/>
            <a:ext cx="236397" cy="530198"/>
          </a:xfrm>
          <a:prstGeom prst="rect">
            <a:avLst/>
          </a:prstGeom>
          <a:solidFill>
            <a:srgbClr val="006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23389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科学问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3E52CB-DDDF-268C-A48E-DD4F9E45C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F7F0-7CD8-CF4D-959A-F0FDDC6EF765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771740-422F-D296-23D6-9ED19EE4B5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F315F1-6FBE-414B-B010-AFFEBD9C3A45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8A5284-44D0-6B67-920B-971ACD970F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27"/>
          <a:stretch/>
        </p:blipFill>
        <p:spPr>
          <a:xfrm>
            <a:off x="0" y="1700809"/>
            <a:ext cx="5055659" cy="3528291"/>
          </a:xfrm>
          <a:prstGeom prst="rect">
            <a:avLst/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3B81F2EE-4541-4537-C1B0-D686B85B4BA9}"/>
              </a:ext>
            </a:extLst>
          </p:cNvPr>
          <p:cNvSpPr/>
          <p:nvPr/>
        </p:nvSpPr>
        <p:spPr>
          <a:xfrm>
            <a:off x="3647296" y="2159099"/>
            <a:ext cx="7574645" cy="2910986"/>
          </a:xfrm>
          <a:prstGeom prst="roundRect">
            <a:avLst>
              <a:gd name="adj" fmla="val 11377"/>
            </a:avLst>
          </a:prstGeom>
          <a:solidFill>
            <a:srgbClr val="006C42">
              <a:alpha val="60000"/>
            </a:srgbClr>
          </a:solidFill>
          <a:ln>
            <a:solidFill>
              <a:srgbClr val="006C4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77B21D-51AE-9CC6-4204-0BC840D46972}"/>
              </a:ext>
            </a:extLst>
          </p:cNvPr>
          <p:cNvSpPr/>
          <p:nvPr/>
        </p:nvSpPr>
        <p:spPr>
          <a:xfrm>
            <a:off x="4057141" y="2311243"/>
            <a:ext cx="7108448" cy="255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2000" b="1" dirty="0">
              <a:solidFill>
                <a:srgbClr val="006C43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B848E50-60AF-A8FE-1D05-B375636395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57652" y="2387601"/>
            <a:ext cx="6877049" cy="2474913"/>
          </a:xfrm>
          <a:ln>
            <a:noFill/>
          </a:ln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lphaLcParenR"/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rgbClr val="006C42"/>
                </a:solidFill>
              </a:defRPr>
            </a:lvl3pPr>
            <a:lvl4pPr>
              <a:defRPr sz="1600">
                <a:solidFill>
                  <a:srgbClr val="006C42"/>
                </a:solidFill>
              </a:defRPr>
            </a:lvl4pPr>
            <a:lvl5pPr>
              <a:defRPr sz="1600">
                <a:solidFill>
                  <a:srgbClr val="006C42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5F35C84-3B24-4154-47B0-8ADFD95C1288}"/>
              </a:ext>
            </a:extLst>
          </p:cNvPr>
          <p:cNvSpPr/>
          <p:nvPr userDrawn="1"/>
        </p:nvSpPr>
        <p:spPr>
          <a:xfrm>
            <a:off x="0" y="1"/>
            <a:ext cx="12192000" cy="1365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EFEF444-B4BA-95E0-5CB4-0C8C4313938B}"/>
              </a:ext>
            </a:extLst>
          </p:cNvPr>
          <p:cNvSpPr/>
          <p:nvPr userDrawn="1"/>
        </p:nvSpPr>
        <p:spPr>
          <a:xfrm>
            <a:off x="729114" y="2"/>
            <a:ext cx="2607644" cy="265077"/>
          </a:xfrm>
          <a:prstGeom prst="rect">
            <a:avLst/>
          </a:prstGeom>
          <a:solidFill>
            <a:srgbClr val="006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占位符 5">
            <a:extLst>
              <a:ext uri="{FF2B5EF4-FFF2-40B4-BE49-F238E27FC236}">
                <a16:creationId xmlns:a16="http://schemas.microsoft.com/office/drawing/2014/main" id="{6EF5C9C7-DF0F-7378-C41E-DA53532951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9113" y="3968"/>
            <a:ext cx="2607733" cy="254260"/>
          </a:xfrm>
        </p:spPr>
        <p:txBody>
          <a:bodyPr>
            <a:normAutofit/>
          </a:bodyPr>
          <a:lstStyle>
            <a:lvl1pPr marL="0" indent="0" algn="ctr" defTabSz="457200" rtl="0" eaLnBrk="1" latinLnBrk="0" hangingPunct="1">
              <a:buNone/>
              <a:defRPr lang="zh-CN" altLang="en-US" sz="1050" b="1" kern="1200" dirty="0">
                <a:solidFill>
                  <a:schemeClr val="l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</a:lstStyle>
          <a:p>
            <a:pPr lvl="0"/>
            <a:r>
              <a:rPr kumimoji="1" lang="en-US" altLang="zh-CN" dirty="0"/>
              <a:t>Key questions</a:t>
            </a:r>
            <a:endParaRPr kumimoji="1"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0F183E11-8F0B-D1AD-1FDD-35D8D4426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9800" y="819917"/>
            <a:ext cx="7574280" cy="903004"/>
          </a:xfrm>
        </p:spPr>
        <p:txBody>
          <a:bodyPr>
            <a:normAutofit/>
          </a:bodyPr>
          <a:lstStyle>
            <a:lvl1pPr algn="ctr"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zh-CN" altLang="en-US" dirty="0"/>
              <a:t>插入一个标题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6D69D9-7E0D-3263-11DC-7C0B483C8B76}"/>
              </a:ext>
            </a:extLst>
          </p:cNvPr>
          <p:cNvSpPr/>
          <p:nvPr userDrawn="1"/>
        </p:nvSpPr>
        <p:spPr>
          <a:xfrm>
            <a:off x="2580640" y="1555500"/>
            <a:ext cx="7030720" cy="45719"/>
          </a:xfrm>
          <a:prstGeom prst="rect">
            <a:avLst/>
          </a:prstGeom>
          <a:solidFill>
            <a:srgbClr val="006C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5189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关键三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A801EB-1EDC-B915-ADA3-770B4E6FF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F7F0-7CD8-CF4D-959A-F0FDDC6EF765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8EA89B-F021-02DE-ACE1-7DE0206E90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F315F1-6FBE-414B-B010-AFFEBD9C3A45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89B1B43-6527-DF44-E367-1A866BB3A754}"/>
              </a:ext>
            </a:extLst>
          </p:cNvPr>
          <p:cNvSpPr/>
          <p:nvPr userDrawn="1"/>
        </p:nvSpPr>
        <p:spPr>
          <a:xfrm>
            <a:off x="994401" y="1909721"/>
            <a:ext cx="2901889" cy="3632419"/>
          </a:xfrm>
          <a:prstGeom prst="roundRect">
            <a:avLst>
              <a:gd name="adj" fmla="val 10961"/>
            </a:avLst>
          </a:prstGeom>
          <a:solidFill>
            <a:srgbClr val="CCE2D9"/>
          </a:solidFill>
          <a:ln w="19050">
            <a:solidFill>
              <a:srgbClr val="006C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CC92A6E-4E90-FA0A-837A-C7497130CF83}"/>
              </a:ext>
            </a:extLst>
          </p:cNvPr>
          <p:cNvSpPr/>
          <p:nvPr userDrawn="1"/>
        </p:nvSpPr>
        <p:spPr>
          <a:xfrm>
            <a:off x="4645057" y="1909721"/>
            <a:ext cx="2901889" cy="3632419"/>
          </a:xfrm>
          <a:prstGeom prst="roundRect">
            <a:avLst>
              <a:gd name="adj" fmla="val 10961"/>
            </a:avLst>
          </a:prstGeom>
          <a:solidFill>
            <a:srgbClr val="CCE2D9"/>
          </a:solidFill>
          <a:ln w="19050">
            <a:solidFill>
              <a:srgbClr val="006C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FB54F04A-2014-BB10-666B-EB1052A1C353}"/>
              </a:ext>
            </a:extLst>
          </p:cNvPr>
          <p:cNvSpPr/>
          <p:nvPr userDrawn="1"/>
        </p:nvSpPr>
        <p:spPr>
          <a:xfrm>
            <a:off x="8295713" y="1909721"/>
            <a:ext cx="2901889" cy="3632419"/>
          </a:xfrm>
          <a:prstGeom prst="roundRect">
            <a:avLst>
              <a:gd name="adj" fmla="val 10961"/>
            </a:avLst>
          </a:prstGeom>
          <a:solidFill>
            <a:srgbClr val="CCE2D9"/>
          </a:solidFill>
          <a:ln w="19050">
            <a:solidFill>
              <a:srgbClr val="006C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A64658A-9453-3CDB-2675-CD4089850CAE}"/>
              </a:ext>
            </a:extLst>
          </p:cNvPr>
          <p:cNvSpPr/>
          <p:nvPr userDrawn="1"/>
        </p:nvSpPr>
        <p:spPr>
          <a:xfrm>
            <a:off x="1657944" y="1762748"/>
            <a:ext cx="157480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006C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rgbClr val="006C4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C691B687-6599-689A-52C0-580DA9FE06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26219" y="1736279"/>
            <a:ext cx="1238251" cy="3651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zh-CN" altLang="en-US" sz="1400" smtClean="0">
                <a:solidFill>
                  <a:srgbClr val="006C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defRPr lang="zh-CN" altLang="en-US" sz="1800" smtClean="0"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 lang="zh-CN" altLang="en-US" smtClean="0"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 lang="zh-CN" altLang="en-US" sz="1800" smtClean="0"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 lang="zh-CN" altLang="en-US" sz="1800">
                <a:solidFill>
                  <a:schemeClr val="lt1"/>
                </a:solidFill>
                <a:latin typeface="+mn-lt"/>
                <a:ea typeface="+mn-ea"/>
              </a:defRPr>
            </a:lvl5pPr>
          </a:lstStyle>
          <a:p>
            <a:pPr marL="0" lvl="0" algn="ctr" defTabSz="457200"/>
            <a:r>
              <a:rPr kumimoji="1" lang="zh-CN" altLang="en-US" dirty="0"/>
              <a:t>研究基础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85041322-3A70-C253-3FEA-22479E0F7466}"/>
              </a:ext>
            </a:extLst>
          </p:cNvPr>
          <p:cNvSpPr/>
          <p:nvPr userDrawn="1"/>
        </p:nvSpPr>
        <p:spPr>
          <a:xfrm>
            <a:off x="5308600" y="1762748"/>
            <a:ext cx="157480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006C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rgbClr val="006C4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文本占位符 14">
            <a:extLst>
              <a:ext uri="{FF2B5EF4-FFF2-40B4-BE49-F238E27FC236}">
                <a16:creationId xmlns:a16="http://schemas.microsoft.com/office/drawing/2014/main" id="{FAABA1BE-281B-FBB4-3649-25A0254DA5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6875" y="1736279"/>
            <a:ext cx="1238251" cy="3651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zh-CN" altLang="en-US" sz="1400" smtClean="0">
                <a:solidFill>
                  <a:srgbClr val="006C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defRPr lang="zh-CN" altLang="en-US" sz="1800" smtClean="0"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 lang="zh-CN" altLang="en-US" smtClean="0"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 lang="zh-CN" altLang="en-US" sz="1800" smtClean="0"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 lang="zh-CN" altLang="en-US" sz="1800">
                <a:solidFill>
                  <a:schemeClr val="lt1"/>
                </a:solidFill>
                <a:latin typeface="+mn-lt"/>
                <a:ea typeface="+mn-ea"/>
              </a:defRPr>
            </a:lvl5pPr>
          </a:lstStyle>
          <a:p>
            <a:pPr marL="0" lvl="0" algn="ctr" defTabSz="457200"/>
            <a:r>
              <a:rPr kumimoji="1" lang="zh-CN" altLang="en-US" dirty="0"/>
              <a:t>研究基础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51FD40D-B473-999E-2A6C-50E88AE61E79}"/>
              </a:ext>
            </a:extLst>
          </p:cNvPr>
          <p:cNvSpPr/>
          <p:nvPr userDrawn="1"/>
        </p:nvSpPr>
        <p:spPr>
          <a:xfrm>
            <a:off x="8959256" y="1762748"/>
            <a:ext cx="157480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006C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rgbClr val="006C4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文本占位符 14">
            <a:extLst>
              <a:ext uri="{FF2B5EF4-FFF2-40B4-BE49-F238E27FC236}">
                <a16:creationId xmlns:a16="http://schemas.microsoft.com/office/drawing/2014/main" id="{E501C452-F5D8-0B5E-6F10-DBACF7B8FC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27531" y="1736279"/>
            <a:ext cx="1238251" cy="3651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zh-CN" altLang="en-US" sz="1400" smtClean="0">
                <a:solidFill>
                  <a:srgbClr val="006C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defRPr lang="zh-CN" altLang="en-US" sz="1800" smtClean="0"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 lang="zh-CN" altLang="en-US" smtClean="0"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 lang="zh-CN" altLang="en-US" sz="1800" smtClean="0"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 lang="zh-CN" altLang="en-US" sz="1800">
                <a:solidFill>
                  <a:schemeClr val="lt1"/>
                </a:solidFill>
                <a:latin typeface="+mn-lt"/>
                <a:ea typeface="+mn-ea"/>
              </a:defRPr>
            </a:lvl5pPr>
          </a:lstStyle>
          <a:p>
            <a:pPr marL="0" lvl="0" algn="ctr" defTabSz="457200"/>
            <a:r>
              <a:rPr kumimoji="1" lang="zh-CN" altLang="en-US" dirty="0"/>
              <a:t>研究基础</a:t>
            </a:r>
          </a:p>
        </p:txBody>
      </p:sp>
      <p:sp>
        <p:nvSpPr>
          <p:cNvPr id="21" name="文本占位符 20">
            <a:extLst>
              <a:ext uri="{FF2B5EF4-FFF2-40B4-BE49-F238E27FC236}">
                <a16:creationId xmlns:a16="http://schemas.microsoft.com/office/drawing/2014/main" id="{906CA0C5-FE07-015D-A270-AE7D095432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399" y="2289404"/>
            <a:ext cx="2901891" cy="286232"/>
          </a:xfrm>
        </p:spPr>
        <p:txBody>
          <a:bodyPr wrap="square">
            <a:spAutoFit/>
          </a:bodyPr>
          <a:lstStyle>
            <a:lvl1pPr>
              <a:defRPr lang="zh-CN" altLang="en-US" sz="1400" smtClean="0">
                <a:solidFill>
                  <a:srgbClr val="5A5A6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lang="zh-CN" altLang="en-US" sz="1800" smtClean="0">
                <a:latin typeface="+mn-lt"/>
                <a:ea typeface="+mn-ea"/>
              </a:defRPr>
            </a:lvl2pPr>
            <a:lvl3pPr>
              <a:defRPr lang="zh-CN" altLang="en-US" smtClean="0">
                <a:latin typeface="+mn-lt"/>
                <a:ea typeface="+mn-ea"/>
              </a:defRPr>
            </a:lvl3pPr>
            <a:lvl4pPr>
              <a:defRPr lang="zh-CN" altLang="en-US" sz="1800" smtClean="0">
                <a:latin typeface="+mn-lt"/>
                <a:ea typeface="+mn-ea"/>
              </a:defRPr>
            </a:lvl4pPr>
            <a:lvl5pPr>
              <a:defRPr lang="zh-CN" altLang="en-US" sz="1800">
                <a:latin typeface="+mn-lt"/>
                <a:ea typeface="+mn-ea"/>
              </a:defRPr>
            </a:lvl5pPr>
          </a:lstStyle>
          <a:p>
            <a:pPr marL="285750" lvl="0" indent="-285750" defTabSz="457200">
              <a:spcAft>
                <a:spcPts val="600"/>
              </a:spcAft>
              <a:buFont typeface="Wingdings" pitchFamily="2" charset="2"/>
              <a:buChar char="ü"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22" name="文本占位符 20">
            <a:extLst>
              <a:ext uri="{FF2B5EF4-FFF2-40B4-BE49-F238E27FC236}">
                <a16:creationId xmlns:a16="http://schemas.microsoft.com/office/drawing/2014/main" id="{A64D7A93-8D12-9655-351A-03A836C76F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5057" y="2289405"/>
            <a:ext cx="2901889" cy="286232"/>
          </a:xfrm>
        </p:spPr>
        <p:txBody>
          <a:bodyPr wrap="square">
            <a:spAutoFit/>
          </a:bodyPr>
          <a:lstStyle>
            <a:lvl1pPr>
              <a:defRPr lang="zh-CN" altLang="en-US" sz="1400" smtClean="0">
                <a:solidFill>
                  <a:srgbClr val="5A5A6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lang="zh-CN" altLang="en-US" sz="1800" smtClean="0">
                <a:latin typeface="+mn-lt"/>
                <a:ea typeface="+mn-ea"/>
              </a:defRPr>
            </a:lvl2pPr>
            <a:lvl3pPr>
              <a:defRPr lang="zh-CN" altLang="en-US" smtClean="0">
                <a:latin typeface="+mn-lt"/>
                <a:ea typeface="+mn-ea"/>
              </a:defRPr>
            </a:lvl3pPr>
            <a:lvl4pPr>
              <a:defRPr lang="zh-CN" altLang="en-US" sz="1800" smtClean="0">
                <a:latin typeface="+mn-lt"/>
                <a:ea typeface="+mn-ea"/>
              </a:defRPr>
            </a:lvl4pPr>
            <a:lvl5pPr>
              <a:defRPr lang="zh-CN" altLang="en-US" sz="1800">
                <a:latin typeface="+mn-lt"/>
                <a:ea typeface="+mn-ea"/>
              </a:defRPr>
            </a:lvl5pPr>
          </a:lstStyle>
          <a:p>
            <a:pPr marL="285750" lvl="0" indent="-285750" defTabSz="457200">
              <a:spcAft>
                <a:spcPts val="600"/>
              </a:spcAft>
              <a:buFont typeface="Wingdings" pitchFamily="2" charset="2"/>
              <a:buChar char="ü"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23" name="文本占位符 20">
            <a:extLst>
              <a:ext uri="{FF2B5EF4-FFF2-40B4-BE49-F238E27FC236}">
                <a16:creationId xmlns:a16="http://schemas.microsoft.com/office/drawing/2014/main" id="{D66C4911-16E4-2373-F418-8AF529A9EF3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95712" y="2295488"/>
            <a:ext cx="2901888" cy="286232"/>
          </a:xfrm>
        </p:spPr>
        <p:txBody>
          <a:bodyPr wrap="square">
            <a:spAutoFit/>
          </a:bodyPr>
          <a:lstStyle>
            <a:lvl1pPr>
              <a:defRPr lang="zh-CN" altLang="en-US" sz="1400" smtClean="0">
                <a:solidFill>
                  <a:srgbClr val="5A5A6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lang="zh-CN" altLang="en-US" sz="1800" smtClean="0">
                <a:latin typeface="+mn-lt"/>
                <a:ea typeface="+mn-ea"/>
              </a:defRPr>
            </a:lvl2pPr>
            <a:lvl3pPr>
              <a:defRPr lang="zh-CN" altLang="en-US" smtClean="0">
                <a:latin typeface="+mn-lt"/>
                <a:ea typeface="+mn-ea"/>
              </a:defRPr>
            </a:lvl3pPr>
            <a:lvl4pPr>
              <a:defRPr lang="zh-CN" altLang="en-US" sz="1800" smtClean="0">
                <a:latin typeface="+mn-lt"/>
                <a:ea typeface="+mn-ea"/>
              </a:defRPr>
            </a:lvl4pPr>
            <a:lvl5pPr>
              <a:defRPr lang="zh-CN" altLang="en-US" sz="1800">
                <a:latin typeface="+mn-lt"/>
                <a:ea typeface="+mn-ea"/>
              </a:defRPr>
            </a:lvl5pPr>
          </a:lstStyle>
          <a:p>
            <a:pPr marL="285750" lvl="0" indent="-285750" defTabSz="457200">
              <a:spcAft>
                <a:spcPts val="600"/>
              </a:spcAft>
              <a:buFont typeface="Wingdings" pitchFamily="2" charset="2"/>
              <a:buChar char="ü"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24" name="标题 1">
            <a:extLst>
              <a:ext uri="{FF2B5EF4-FFF2-40B4-BE49-F238E27FC236}">
                <a16:creationId xmlns:a16="http://schemas.microsoft.com/office/drawing/2014/main" id="{4B1A7055-F8F9-91A0-CF22-B493523DC7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8860" y="386781"/>
            <a:ext cx="7574280" cy="903004"/>
          </a:xfrm>
        </p:spPr>
        <p:txBody>
          <a:bodyPr>
            <a:normAutofit/>
          </a:bodyPr>
          <a:lstStyle>
            <a:lvl1pPr algn="ctr"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zh-CN" altLang="en-US" dirty="0"/>
              <a:t>插入一个标题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4301E34-5097-D113-7C78-60D1536E7304}"/>
              </a:ext>
            </a:extLst>
          </p:cNvPr>
          <p:cNvSpPr/>
          <p:nvPr userDrawn="1"/>
        </p:nvSpPr>
        <p:spPr>
          <a:xfrm>
            <a:off x="0" y="0"/>
            <a:ext cx="12192000" cy="1365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1D24F6-F631-8F4B-AE86-050792130A90}"/>
              </a:ext>
            </a:extLst>
          </p:cNvPr>
          <p:cNvSpPr/>
          <p:nvPr userDrawn="1"/>
        </p:nvSpPr>
        <p:spPr>
          <a:xfrm>
            <a:off x="729114" y="2"/>
            <a:ext cx="2607644" cy="265077"/>
          </a:xfrm>
          <a:prstGeom prst="rect">
            <a:avLst/>
          </a:prstGeom>
          <a:solidFill>
            <a:srgbClr val="006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占位符 5">
            <a:extLst>
              <a:ext uri="{FF2B5EF4-FFF2-40B4-BE49-F238E27FC236}">
                <a16:creationId xmlns:a16="http://schemas.microsoft.com/office/drawing/2014/main" id="{16023C93-8AF6-5BD1-6C39-6C38AE65C8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9113" y="3968"/>
            <a:ext cx="2607733" cy="254260"/>
          </a:xfrm>
        </p:spPr>
        <p:txBody>
          <a:bodyPr>
            <a:normAutofit/>
          </a:bodyPr>
          <a:lstStyle>
            <a:lvl1pPr marL="0" indent="0" algn="ctr" defTabSz="457200" rtl="0" eaLnBrk="1" latinLnBrk="0" hangingPunct="1">
              <a:buNone/>
              <a:defRPr lang="zh-CN" altLang="en-US" sz="1050" b="1" kern="1200" dirty="0">
                <a:solidFill>
                  <a:schemeClr val="l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</a:lstStyle>
          <a:p>
            <a:pPr lvl="0"/>
            <a:r>
              <a:rPr kumimoji="1" lang="zh-CN" altLang="en-US" dirty="0"/>
              <a:t>插入子节标题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92E96DBF-DA0C-0639-135C-308C7F33B3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5670694"/>
            <a:ext cx="10515600" cy="79428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这是一段文字</a:t>
            </a:r>
            <a:endParaRPr lang="en-US" altLang="zh-CN" dirty="0"/>
          </a:p>
          <a:p>
            <a:pPr lvl="0"/>
            <a:r>
              <a:rPr lang="zh-CN" altLang="en-US" dirty="0"/>
              <a:t>应该能写两句话最合适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74EA2B-44FB-403A-E7E0-A05F61E7FC04}"/>
              </a:ext>
            </a:extLst>
          </p:cNvPr>
          <p:cNvSpPr/>
          <p:nvPr userDrawn="1"/>
        </p:nvSpPr>
        <p:spPr>
          <a:xfrm>
            <a:off x="2580640" y="1122364"/>
            <a:ext cx="7030720" cy="45719"/>
          </a:xfrm>
          <a:prstGeom prst="rect">
            <a:avLst/>
          </a:prstGeom>
          <a:solidFill>
            <a:srgbClr val="006C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05768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F99D59-DD8E-D3E5-64A1-4A8FB95623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17710"/>
            <a:ext cx="2743200" cy="365125"/>
          </a:xfrm>
          <a:prstGeom prst="rect">
            <a:avLst/>
          </a:prstGeom>
        </p:spPr>
        <p:txBody>
          <a:bodyPr/>
          <a:lstStyle/>
          <a:p>
            <a:fld id="{862CF7F0-7CD8-CF4D-959A-F0FDDC6EF765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3D9156-8415-9899-9F1C-9FFD6FEA5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17710"/>
            <a:ext cx="2743200" cy="365125"/>
          </a:xfrm>
          <a:prstGeom prst="rect">
            <a:avLst/>
          </a:prstGeom>
        </p:spPr>
        <p:txBody>
          <a:bodyPr/>
          <a:lstStyle/>
          <a:p>
            <a:fld id="{08F315F1-6FBE-414B-B010-AFFEBD9C3A45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8AD148-EE15-9094-37BF-E980B88D6345}"/>
              </a:ext>
            </a:extLst>
          </p:cNvPr>
          <p:cNvSpPr/>
          <p:nvPr userDrawn="1"/>
        </p:nvSpPr>
        <p:spPr>
          <a:xfrm>
            <a:off x="0" y="0"/>
            <a:ext cx="12192000" cy="1365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25DCC5-D205-1E88-A7A1-6B510B184805}"/>
              </a:ext>
            </a:extLst>
          </p:cNvPr>
          <p:cNvSpPr/>
          <p:nvPr userDrawn="1"/>
        </p:nvSpPr>
        <p:spPr>
          <a:xfrm>
            <a:off x="729114" y="2"/>
            <a:ext cx="2607644" cy="265077"/>
          </a:xfrm>
          <a:prstGeom prst="rect">
            <a:avLst/>
          </a:prstGeom>
          <a:solidFill>
            <a:srgbClr val="006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CBD42B6-8970-2CA7-EE7F-7D3F7C0D439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4774131"/>
            <a:ext cx="10515600" cy="1615024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这是一段文字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DEFF491-8B60-D2D9-0185-98F0B68B375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7397" y="1469173"/>
            <a:ext cx="10515600" cy="317640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AD3B201-D941-E898-475D-7DFFF52C5A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9113" y="3968"/>
            <a:ext cx="2607733" cy="254260"/>
          </a:xfrm>
        </p:spPr>
        <p:txBody>
          <a:bodyPr>
            <a:normAutofit/>
          </a:bodyPr>
          <a:lstStyle>
            <a:lvl1pPr marL="0" indent="0" algn="ctr" defTabSz="457200" rtl="0" eaLnBrk="1" latinLnBrk="0" hangingPunct="1">
              <a:buNone/>
              <a:defRPr lang="zh-CN" altLang="en-US" sz="1050" b="1" kern="1200" dirty="0">
                <a:solidFill>
                  <a:schemeClr val="l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</a:lstStyle>
          <a:p>
            <a:pPr lvl="0"/>
            <a:r>
              <a:rPr kumimoji="1" lang="zh-CN" altLang="en-US" dirty="0"/>
              <a:t>插入子节标题</a:t>
            </a:r>
          </a:p>
        </p:txBody>
      </p:sp>
      <p:sp>
        <p:nvSpPr>
          <p:cNvPr id="14" name="文本占位符 5">
            <a:extLst>
              <a:ext uri="{FF2B5EF4-FFF2-40B4-BE49-F238E27FC236}">
                <a16:creationId xmlns:a16="http://schemas.microsoft.com/office/drawing/2014/main" id="{5C4EE283-5DE2-0069-CD17-FF7FB0E9AD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7398" y="4384986"/>
            <a:ext cx="2607733" cy="254260"/>
          </a:xfrm>
          <a:solidFill>
            <a:srgbClr val="006C42"/>
          </a:solidFill>
        </p:spPr>
        <p:txBody>
          <a:bodyPr>
            <a:normAutofit/>
          </a:bodyPr>
          <a:lstStyle>
            <a:lvl1pPr marL="0" indent="0" algn="ctr" defTabSz="457200" rtl="0" eaLnBrk="1" latinLnBrk="0" hangingPunct="1">
              <a:buNone/>
              <a:defRPr lang="zh-CN" altLang="en-US" sz="1050" b="1" kern="1200" dirty="0">
                <a:solidFill>
                  <a:schemeClr val="l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</a:lstStyle>
          <a:p>
            <a:pPr lvl="0"/>
            <a:r>
              <a:rPr kumimoji="1" lang="zh-CN" altLang="en-US" dirty="0"/>
              <a:t>插入一个图题</a:t>
            </a:r>
          </a:p>
        </p:txBody>
      </p:sp>
      <p:sp>
        <p:nvSpPr>
          <p:cNvPr id="17" name="文本占位符 5">
            <a:extLst>
              <a:ext uri="{FF2B5EF4-FFF2-40B4-BE49-F238E27FC236}">
                <a16:creationId xmlns:a16="http://schemas.microsoft.com/office/drawing/2014/main" id="{006C19A5-0EC4-E35B-D69B-4908BEA8F9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07847" y="4384986"/>
            <a:ext cx="2607733" cy="254260"/>
          </a:xfrm>
          <a:noFill/>
        </p:spPr>
        <p:txBody>
          <a:bodyPr>
            <a:normAutofit/>
          </a:bodyPr>
          <a:lstStyle>
            <a:lvl1pPr marL="0" indent="0" algn="ctr" defTabSz="457200" rtl="0" eaLnBrk="1" latinLnBrk="0" hangingPunct="1">
              <a:buNone/>
              <a:defRPr lang="zh-CN" altLang="en-US" sz="105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</a:lstStyle>
          <a:p>
            <a:pPr lvl="0"/>
            <a:r>
              <a:rPr kumimoji="1" lang="en-US" altLang="zh-CN" dirty="0"/>
              <a:t>This is a citation note</a:t>
            </a:r>
            <a:endParaRPr kumimoji="1" lang="zh-CN" altLang="en-US" dirty="0"/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A21F8403-C353-A6EE-814C-CB1C1EA23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8860" y="386781"/>
            <a:ext cx="7574280" cy="903004"/>
          </a:xfrm>
        </p:spPr>
        <p:txBody>
          <a:bodyPr>
            <a:normAutofit/>
          </a:bodyPr>
          <a:lstStyle>
            <a:lvl1pPr algn="ctr"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zh-CN" altLang="en-US" dirty="0"/>
              <a:t>插入一个标题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1DCD783-F5F9-066F-D635-0C9C7DE8FB3B}"/>
              </a:ext>
            </a:extLst>
          </p:cNvPr>
          <p:cNvSpPr/>
          <p:nvPr userDrawn="1"/>
        </p:nvSpPr>
        <p:spPr>
          <a:xfrm>
            <a:off x="2580640" y="1122364"/>
            <a:ext cx="7030720" cy="45719"/>
          </a:xfrm>
          <a:prstGeom prst="rect">
            <a:avLst/>
          </a:prstGeom>
          <a:solidFill>
            <a:srgbClr val="006C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028958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21A52E62-9C68-4D34-260F-B5FB5BB9E192}"/>
              </a:ext>
            </a:extLst>
          </p:cNvPr>
          <p:cNvCxnSpPr/>
          <p:nvPr userDrawn="1"/>
        </p:nvCxnSpPr>
        <p:spPr>
          <a:xfrm>
            <a:off x="3581400" y="3529995"/>
            <a:ext cx="5029200" cy="0"/>
          </a:xfrm>
          <a:prstGeom prst="line">
            <a:avLst/>
          </a:prstGeom>
          <a:ln w="76200">
            <a:solidFill>
              <a:srgbClr val="006C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542D3E19-7CA8-D1C7-CC7A-3A62F47265E8}"/>
              </a:ext>
            </a:extLst>
          </p:cNvPr>
          <p:cNvSpPr/>
          <p:nvPr userDrawn="1"/>
        </p:nvSpPr>
        <p:spPr>
          <a:xfrm>
            <a:off x="4803409" y="3668643"/>
            <a:ext cx="2585185" cy="268090"/>
          </a:xfrm>
          <a:prstGeom prst="rect">
            <a:avLst/>
          </a:prstGeom>
          <a:solidFill>
            <a:srgbClr val="006C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1689" y="6506336"/>
            <a:ext cx="2743200" cy="365125"/>
          </a:xfrm>
          <a:prstGeom prst="rect">
            <a:avLst/>
          </a:prstGeom>
        </p:spPr>
        <p:txBody>
          <a:bodyPr/>
          <a:lstStyle/>
          <a:p>
            <a:fld id="{862CF7F0-7CD8-CF4D-959A-F0FDDC6EF765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506336"/>
            <a:ext cx="2743200" cy="365125"/>
          </a:xfrm>
          <a:prstGeom prst="rect">
            <a:avLst/>
          </a:prstGeom>
        </p:spPr>
        <p:txBody>
          <a:bodyPr/>
          <a:lstStyle/>
          <a:p>
            <a:fld id="{08F315F1-6FBE-414B-B010-AFFEBD9C3A45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4FBC1C-AA16-7F0A-D9DD-F56B8108999A}"/>
              </a:ext>
            </a:extLst>
          </p:cNvPr>
          <p:cNvSpPr txBox="1"/>
          <p:nvPr userDrawn="1"/>
        </p:nvSpPr>
        <p:spPr>
          <a:xfrm>
            <a:off x="4803407" y="3285593"/>
            <a:ext cx="25851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 &amp; A</a:t>
            </a:r>
            <a:endParaRPr kumimoji="1" lang="zh-CN" altLang="en-US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DD5EF4-907A-24AE-EF94-A94585706A56}"/>
              </a:ext>
            </a:extLst>
          </p:cNvPr>
          <p:cNvSpPr txBox="1"/>
          <p:nvPr userDrawn="1"/>
        </p:nvSpPr>
        <p:spPr>
          <a:xfrm>
            <a:off x="2526454" y="3006775"/>
            <a:ext cx="7139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rgbClr val="006C42"/>
                </a:solidFill>
                <a:latin typeface="Tw Cen MT" panose="020B0602020104020603" pitchFamily="34" charset="0"/>
              </a:rPr>
              <a:t>Thanks for your attention!</a:t>
            </a:r>
            <a:endParaRPr kumimoji="1" lang="zh-CN" altLang="en-US" sz="2800" b="1" dirty="0">
              <a:solidFill>
                <a:srgbClr val="006C42"/>
              </a:solidFill>
              <a:latin typeface="Tw Cen MT" panose="020B0602020104020603" pitchFamily="34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19B666B-C34A-2E56-4810-B94ABA4216F3}"/>
              </a:ext>
            </a:extLst>
          </p:cNvPr>
          <p:cNvGrpSpPr/>
          <p:nvPr userDrawn="1"/>
        </p:nvGrpSpPr>
        <p:grpSpPr>
          <a:xfrm>
            <a:off x="2806224" y="641440"/>
            <a:ext cx="6458003" cy="435318"/>
            <a:chOff x="2104668" y="641440"/>
            <a:chExt cx="4843502" cy="435318"/>
          </a:xfrm>
        </p:grpSpPr>
        <p:cxnSp>
          <p:nvCxnSpPr>
            <p:cNvPr id="14" name="直接连接符 26">
              <a:extLst>
                <a:ext uri="{FF2B5EF4-FFF2-40B4-BE49-F238E27FC236}">
                  <a16:creationId xmlns:a16="http://schemas.microsoft.com/office/drawing/2014/main" id="{716D3C4C-42D2-9821-A5EE-FAFB11022BDC}"/>
                </a:ext>
              </a:extLst>
            </p:cNvPr>
            <p:cNvCxnSpPr/>
            <p:nvPr/>
          </p:nvCxnSpPr>
          <p:spPr>
            <a:xfrm>
              <a:off x="5354320" y="662338"/>
              <a:ext cx="0" cy="36576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D7064C5-D0D6-F760-C89F-F267A74388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0370" y="641440"/>
              <a:ext cx="1447800" cy="435318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400405A-7842-B666-7608-EA80574385E3}"/>
                </a:ext>
              </a:extLst>
            </p:cNvPr>
            <p:cNvSpPr txBox="1"/>
            <p:nvPr/>
          </p:nvSpPr>
          <p:spPr>
            <a:xfrm>
              <a:off x="2104668" y="685106"/>
              <a:ext cx="3024228" cy="34163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indent="0" algn="ctr" defTabSz="9144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b="1">
                  <a:solidFill>
                    <a:srgbClr val="9B9B9B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defRPr>
              </a:lvl1pPr>
              <a:lvl2pPr indent="0" algn="ctr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/>
              </a:lvl2pPr>
              <a:lvl3pPr indent="0" algn="ctr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</a:lvl3pPr>
              <a:lvl4pPr indent="0" algn="ctr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4pPr>
              <a:lvl5pPr indent="0" algn="ctr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5pPr>
              <a:lvl6pPr indent="0" algn="ctr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6pPr>
              <a:lvl7pPr indent="0" algn="ctr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7pPr>
              <a:lvl8pPr indent="0" algn="ctr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8pPr>
              <a:lvl9pPr indent="0" algn="ctr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9pPr>
            </a:lstStyle>
            <a:p>
              <a:r>
                <a:rPr lang="en-US" altLang="zh-CN" sz="1800" dirty="0"/>
                <a:t>Beijing Normal University</a:t>
              </a:r>
              <a:endParaRPr lang="zh-CN" altLang="en-US" sz="1800" dirty="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83212713-4F1A-8D65-B5DE-06E9D84917A4}"/>
              </a:ext>
            </a:extLst>
          </p:cNvPr>
          <p:cNvSpPr txBox="1"/>
          <p:nvPr userDrawn="1"/>
        </p:nvSpPr>
        <p:spPr>
          <a:xfrm>
            <a:off x="2641600" y="5308982"/>
            <a:ext cx="58098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</a:rPr>
              <a:t>Contact me:</a:t>
            </a:r>
          </a:p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Website: 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www.songshgeo.com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GitHub: 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https://github.com/SongshGeo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Research Gate: 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https://www.researchgate.net/profile/Shuang-Song-14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Twitter: @ShuangSong11	Email: </a:t>
            </a:r>
            <a:r>
              <a:rPr lang="en-US" altLang="zh-CN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songshgeo@gmail.com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49B7344-7DA8-2F66-423A-62F1C5913A4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524001" y="5404620"/>
            <a:ext cx="1020276" cy="765207"/>
          </a:xfrm>
          <a:prstGeom prst="ellipse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22A7756-C85A-740C-EF2A-F9316D95AF7B}"/>
              </a:ext>
            </a:extLst>
          </p:cNvPr>
          <p:cNvSpPr/>
          <p:nvPr userDrawn="1"/>
        </p:nvSpPr>
        <p:spPr>
          <a:xfrm>
            <a:off x="1524000" y="5075584"/>
            <a:ext cx="3038400" cy="180563"/>
          </a:xfrm>
          <a:prstGeom prst="rect">
            <a:avLst/>
          </a:prstGeom>
          <a:solidFill>
            <a:srgbClr val="006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文本占位符 5">
            <a:extLst>
              <a:ext uri="{FF2B5EF4-FFF2-40B4-BE49-F238E27FC236}">
                <a16:creationId xmlns:a16="http://schemas.microsoft.com/office/drawing/2014/main" id="{A53C3414-9DDB-CC63-6883-B2B3BE1651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2834" y="4752486"/>
            <a:ext cx="3279407" cy="307777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6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Lecturer:</a:t>
            </a:r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DDB69D75-C915-0687-3C9A-1F66AC28A9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95667" y="5022748"/>
            <a:ext cx="3279407" cy="2862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kumimoji="1" lang="zh-CN" altLang="en-US" sz="14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  <a:ea typeface="+mn-ea"/>
              </a:defRPr>
            </a:lvl1pPr>
          </a:lstStyle>
          <a:p>
            <a:pPr marL="0" lvl="0" defTabSz="45720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 the lecture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4C305B-CB7E-A6EE-E6CB-77C817C59995}"/>
              </a:ext>
            </a:extLst>
          </p:cNvPr>
          <p:cNvSpPr/>
          <p:nvPr userDrawn="1"/>
        </p:nvSpPr>
        <p:spPr>
          <a:xfrm>
            <a:off x="2580640" y="1122364"/>
            <a:ext cx="7030720" cy="45719"/>
          </a:xfrm>
          <a:prstGeom prst="rect">
            <a:avLst/>
          </a:prstGeom>
          <a:solidFill>
            <a:srgbClr val="006C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52494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21A52E62-9C68-4D34-260F-B5FB5BB9E192}"/>
              </a:ext>
            </a:extLst>
          </p:cNvPr>
          <p:cNvCxnSpPr/>
          <p:nvPr userDrawn="1"/>
        </p:nvCxnSpPr>
        <p:spPr>
          <a:xfrm>
            <a:off x="3581400" y="3529995"/>
            <a:ext cx="5029200" cy="0"/>
          </a:xfrm>
          <a:prstGeom prst="line">
            <a:avLst/>
          </a:prstGeom>
          <a:ln w="76200">
            <a:solidFill>
              <a:srgbClr val="006C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542D3E19-7CA8-D1C7-CC7A-3A62F47265E8}"/>
              </a:ext>
            </a:extLst>
          </p:cNvPr>
          <p:cNvSpPr/>
          <p:nvPr userDrawn="1"/>
        </p:nvSpPr>
        <p:spPr>
          <a:xfrm>
            <a:off x="4803409" y="3668643"/>
            <a:ext cx="2585185" cy="268090"/>
          </a:xfrm>
          <a:prstGeom prst="rect">
            <a:avLst/>
          </a:prstGeom>
          <a:solidFill>
            <a:srgbClr val="006C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1689" y="6506336"/>
            <a:ext cx="2743200" cy="365125"/>
          </a:xfrm>
          <a:prstGeom prst="rect">
            <a:avLst/>
          </a:prstGeom>
        </p:spPr>
        <p:txBody>
          <a:bodyPr/>
          <a:lstStyle/>
          <a:p>
            <a:fld id="{862CF7F0-7CD8-CF4D-959A-F0FDDC6EF765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506336"/>
            <a:ext cx="2743200" cy="365125"/>
          </a:xfrm>
          <a:prstGeom prst="rect">
            <a:avLst/>
          </a:prstGeom>
        </p:spPr>
        <p:txBody>
          <a:bodyPr/>
          <a:lstStyle/>
          <a:p>
            <a:fld id="{08F315F1-6FBE-414B-B010-AFFEBD9C3A45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4FBC1C-AA16-7F0A-D9DD-F56B8108999A}"/>
              </a:ext>
            </a:extLst>
          </p:cNvPr>
          <p:cNvSpPr txBox="1"/>
          <p:nvPr userDrawn="1"/>
        </p:nvSpPr>
        <p:spPr>
          <a:xfrm>
            <a:off x="4803407" y="3285593"/>
            <a:ext cx="25851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 &amp; A</a:t>
            </a:r>
            <a:endParaRPr kumimoji="1" lang="zh-CN" altLang="en-US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DD5EF4-907A-24AE-EF94-A94585706A56}"/>
              </a:ext>
            </a:extLst>
          </p:cNvPr>
          <p:cNvSpPr txBox="1"/>
          <p:nvPr userDrawn="1"/>
        </p:nvSpPr>
        <p:spPr>
          <a:xfrm>
            <a:off x="2384214" y="2762373"/>
            <a:ext cx="7139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rgbClr val="006C42"/>
                </a:solidFill>
                <a:latin typeface="Tw Cen MT" panose="020B0602020104020603" pitchFamily="34" charset="0"/>
              </a:rPr>
              <a:t>Thanks for your attention!</a:t>
            </a:r>
            <a:endParaRPr kumimoji="1" lang="zh-CN" altLang="en-US" sz="2800" b="1" dirty="0">
              <a:solidFill>
                <a:srgbClr val="006C42"/>
              </a:solidFill>
              <a:latin typeface="Tw Cen MT" panose="020B0602020104020603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4C305B-CB7E-A6EE-E6CB-77C817C59995}"/>
              </a:ext>
            </a:extLst>
          </p:cNvPr>
          <p:cNvSpPr/>
          <p:nvPr userDrawn="1"/>
        </p:nvSpPr>
        <p:spPr>
          <a:xfrm>
            <a:off x="2580640" y="1122364"/>
            <a:ext cx="7030720" cy="45719"/>
          </a:xfrm>
          <a:prstGeom prst="rect">
            <a:avLst/>
          </a:prstGeom>
          <a:solidFill>
            <a:srgbClr val="006C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790252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5309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CF7F0-7CD8-CF4D-959A-F0FDDC6EF765}" type="datetimeFigureOut">
              <a:rPr kumimoji="1" lang="zh-CN" altLang="en-US" smtClean="0"/>
              <a:t>2025/11/11</a:t>
            </a:fld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5309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315F1-6FBE-414B-B010-AFFEBD9C3A45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A914635-CA05-2CF4-BEEB-D35734A45C1D}"/>
              </a:ext>
            </a:extLst>
          </p:cNvPr>
          <p:cNvGrpSpPr/>
          <p:nvPr userDrawn="1"/>
        </p:nvGrpSpPr>
        <p:grpSpPr>
          <a:xfrm>
            <a:off x="0" y="6813654"/>
            <a:ext cx="12192000" cy="78034"/>
            <a:chOff x="0" y="2921225"/>
            <a:chExt cx="9144000" cy="78034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861EF77-48B7-E963-E761-34E8B0F24F21}"/>
                </a:ext>
              </a:extLst>
            </p:cNvPr>
            <p:cNvSpPr/>
            <p:nvPr/>
          </p:nvSpPr>
          <p:spPr>
            <a:xfrm>
              <a:off x="3432600" y="2921225"/>
              <a:ext cx="2278800" cy="78034"/>
            </a:xfrm>
            <a:prstGeom prst="rect">
              <a:avLst/>
            </a:prstGeom>
            <a:solidFill>
              <a:srgbClr val="006C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4EFD248-6796-FDEA-F953-8676C51CA200}"/>
                </a:ext>
              </a:extLst>
            </p:cNvPr>
            <p:cNvSpPr/>
            <p:nvPr/>
          </p:nvSpPr>
          <p:spPr>
            <a:xfrm>
              <a:off x="1153800" y="2921225"/>
              <a:ext cx="2278800" cy="78034"/>
            </a:xfrm>
            <a:prstGeom prst="rect">
              <a:avLst/>
            </a:prstGeom>
            <a:solidFill>
              <a:srgbClr val="0889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0CE43A6-6B6C-706F-5C94-E2F169C25DD9}"/>
                </a:ext>
              </a:extLst>
            </p:cNvPr>
            <p:cNvSpPr/>
            <p:nvPr/>
          </p:nvSpPr>
          <p:spPr>
            <a:xfrm>
              <a:off x="5711400" y="2921225"/>
              <a:ext cx="2278800" cy="78034"/>
            </a:xfrm>
            <a:prstGeom prst="rect">
              <a:avLst/>
            </a:prstGeom>
            <a:solidFill>
              <a:srgbClr val="C4D3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F227B47-B9F1-0945-FDB6-18C1EC6751A0}"/>
                </a:ext>
              </a:extLst>
            </p:cNvPr>
            <p:cNvSpPr/>
            <p:nvPr/>
          </p:nvSpPr>
          <p:spPr>
            <a:xfrm>
              <a:off x="7990200" y="2921225"/>
              <a:ext cx="1153800" cy="78034"/>
            </a:xfrm>
            <a:prstGeom prst="rect">
              <a:avLst/>
            </a:prstGeom>
            <a:solidFill>
              <a:srgbClr val="C83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45956AC-E7A2-FAEF-45C6-66279A416DDE}"/>
                </a:ext>
              </a:extLst>
            </p:cNvPr>
            <p:cNvSpPr/>
            <p:nvPr/>
          </p:nvSpPr>
          <p:spPr>
            <a:xfrm>
              <a:off x="0" y="2921225"/>
              <a:ext cx="1153800" cy="78034"/>
            </a:xfrm>
            <a:prstGeom prst="rect">
              <a:avLst/>
            </a:prstGeom>
            <a:solidFill>
              <a:srgbClr val="F180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26544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73" r:id="rId3"/>
    <p:sldLayoutId id="2147483675" r:id="rId4"/>
    <p:sldLayoutId id="2147483676" r:id="rId5"/>
    <p:sldLayoutId id="2147483672" r:id="rId6"/>
    <p:sldLayoutId id="2147483667" r:id="rId7"/>
    <p:sldLayoutId id="214748367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imes" pitchFamily="2" charset="0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mesa.readthedocs.io/stable/tutorials/4_visualization_basic.html" TargetMode="External"/><Relationship Id="rId3" Type="http://schemas.openxmlformats.org/officeDocument/2006/relationships/hyperlink" Target="https://mesa.readthedocs.io/stable/overview.html" TargetMode="External"/><Relationship Id="rId7" Type="http://schemas.openxmlformats.org/officeDocument/2006/relationships/hyperlink" Target="https://mesa.readthedocs.io/stable/tutorials/3_agentset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mesa.readthedocs.io/stable/tutorials/2_collecting_data.html" TargetMode="External"/><Relationship Id="rId5" Type="http://schemas.openxmlformats.org/officeDocument/2006/relationships/hyperlink" Target="https://mesa.readthedocs.io/stable/tutorials/1_adding_space.html" TargetMode="External"/><Relationship Id="rId4" Type="http://schemas.openxmlformats.org/officeDocument/2006/relationships/hyperlink" Target="https://mesa.readthedocs.io/stable/tutorials/0_first_model.html" TargetMode="External"/><Relationship Id="rId9" Type="http://schemas.openxmlformats.org/officeDocument/2006/relationships/hyperlink" Target="https://mesa.readthedocs.io/stable/tutorials/7_visualization_propertylayer_visualization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jectmesa/mesa/blob/11bbc52f28bb5a1d1220324f11bc34cc43ebc3b5/docs/migration_guide.md?plain=1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hyperlink" Target="https://mesa.readthedocs.io/latest/tutorials/1_adding_space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sa.readthedocs.io/stable/apis/discrete_space.html#mesa.discrete_space.__init__.CellAgent" TargetMode="External"/><Relationship Id="rId2" Type="http://schemas.openxmlformats.org/officeDocument/2006/relationships/hyperlink" Target="https://mesa.readthedocs.io/stable/apis/agent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projectmesa/mesa/blob/f511a4bc57340cb2dd0ba4b0af76307b37aea0ca/mesa/agent.py#L147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mesa.readthedocs.io/stable/tutorials/2_collecting_data.html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esa.readthedocs.io/stable/apis/visualization.html" TargetMode="External"/><Relationship Id="rId2" Type="http://schemas.openxmlformats.org/officeDocument/2006/relationships/hyperlink" Target="https://mesa.readthedocs.io/stable/tutorials/4_visualization_basic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mesa.readthedocs.io/stable/tutorials/4_visualization_basic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mesa.readthedocs.io/stable/examples/advanced/wolf_sheep.html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AD9787-46C0-2E39-9E8D-4CB661CCFF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E3D761E5-0409-1615-96A7-9351F3D1B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整体结构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07A7FDE-FF0B-BF47-07A8-96E91DAE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111" y="1195989"/>
            <a:ext cx="6081060" cy="3265754"/>
          </a:xfrm>
          <a:prstGeom prst="rect">
            <a:avLst/>
          </a:prstGeom>
        </p:spPr>
      </p:pic>
      <p:sp>
        <p:nvSpPr>
          <p:cNvPr id="9" name="Rounded Rectangle 133">
            <a:extLst>
              <a:ext uri="{FF2B5EF4-FFF2-40B4-BE49-F238E27FC236}">
                <a16:creationId xmlns:a16="http://schemas.microsoft.com/office/drawing/2014/main" id="{BC4EDAB6-C86C-9581-6245-BC756B2CCEB4}"/>
              </a:ext>
            </a:extLst>
          </p:cNvPr>
          <p:cNvSpPr/>
          <p:nvPr/>
        </p:nvSpPr>
        <p:spPr>
          <a:xfrm>
            <a:off x="3652371" y="2643789"/>
            <a:ext cx="882758" cy="405769"/>
          </a:xfrm>
          <a:prstGeom prst="roundRect">
            <a:avLst>
              <a:gd name="adj" fmla="val 2276"/>
            </a:avLst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CEA60E9-F9DF-D056-179D-758013BB844D}"/>
              </a:ext>
            </a:extLst>
          </p:cNvPr>
          <p:cNvSpPr txBox="1"/>
          <p:nvPr/>
        </p:nvSpPr>
        <p:spPr>
          <a:xfrm>
            <a:off x="131416" y="4224510"/>
            <a:ext cx="8975714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构建模型的步骤：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继承自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mesa.Agent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，并定义其属性（如：年龄等）和方法（如：移动等）。</a:t>
            </a:r>
          </a:p>
          <a:p>
            <a:pPr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继承自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mesa.Model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在初始化方法中设置空间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(Space)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、代理群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(schedule)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和其他模型参数。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step()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方法中定义模型在每个时间步中应执行的全局逻辑。</a:t>
            </a:r>
          </a:p>
          <a:p>
            <a:pPr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创建模型的实例，并调用其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step()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方法多次来推进模拟。</a:t>
            </a:r>
          </a:p>
          <a:p>
            <a:pPr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数据收集与可视化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使用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的数据收集工具或可视化模块来观察和分析模拟结果。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AF51BD-7582-131D-AF4E-5B4C35F0EDCE}"/>
              </a:ext>
            </a:extLst>
          </p:cNvPr>
          <p:cNvSpPr txBox="1"/>
          <p:nvPr/>
        </p:nvSpPr>
        <p:spPr>
          <a:xfrm>
            <a:off x="0" y="6384921"/>
            <a:ext cx="12118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 err="1"/>
              <a:t>Kazil</a:t>
            </a:r>
            <a:r>
              <a:rPr lang="en-US" altLang="zh-CN" sz="1000" dirty="0"/>
              <a:t> J, Masad D, Crooks A. Utilizing python for agent-based modeling: The mesa framework[C]//International Conference on Social Computing, Behavioral-Cultural Modeling and Prediction and Behavior Representation in Modeling and Simulation. Cham: Springer International Publishing, 2020: 308-317.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461018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20280-68B0-EE43-B530-1BB61735E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A43976-2978-B237-0EC9-960FD71A04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4E73B4E6-1115-690B-8EFD-407398BFD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Basic skeleton-1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79">
            <a:extLst>
              <a:ext uri="{FF2B5EF4-FFF2-40B4-BE49-F238E27FC236}">
                <a16:creationId xmlns:a16="http://schemas.microsoft.com/office/drawing/2014/main" id="{437AABDB-53C0-90FC-C6BF-8E96FCDAAEBC}"/>
              </a:ext>
            </a:extLst>
          </p:cNvPr>
          <p:cNvSpPr txBox="1"/>
          <p:nvPr/>
        </p:nvSpPr>
        <p:spPr>
          <a:xfrm>
            <a:off x="5158172" y="5590013"/>
            <a:ext cx="4284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Mesa</a:t>
            </a:r>
            <a:r>
              <a:rPr lang="zh-CN" altLang="en-US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支持多种运行程序的方式</a:t>
            </a:r>
            <a:r>
              <a:rPr lang="en-US" altLang="zh-CN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</a:p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run.py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里实例化你的模型并进行运行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1794022-B4B7-9ABC-8B0B-0B727161EB8E}"/>
              </a:ext>
            </a:extLst>
          </p:cNvPr>
          <p:cNvCxnSpPr>
            <a:cxnSpLocks/>
          </p:cNvCxnSpPr>
          <p:nvPr/>
        </p:nvCxnSpPr>
        <p:spPr>
          <a:xfrm flipV="1">
            <a:off x="2621938" y="5711192"/>
            <a:ext cx="2536234" cy="569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466D7D9-4890-7E75-1CEC-46BAC463661B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52082" y="5655143"/>
            <a:ext cx="3037667" cy="984687"/>
          </a:xfrm>
          <a:prstGeom prst="rect">
            <a:avLst/>
          </a:prstGeom>
        </p:spPr>
      </p:pic>
      <p:sp>
        <p:nvSpPr>
          <p:cNvPr id="35" name="Rounded Rectangle 133">
            <a:extLst>
              <a:ext uri="{FF2B5EF4-FFF2-40B4-BE49-F238E27FC236}">
                <a16:creationId xmlns:a16="http://schemas.microsoft.com/office/drawing/2014/main" id="{BD4439EB-5B4C-29E5-503F-671ED9F88781}"/>
              </a:ext>
            </a:extLst>
          </p:cNvPr>
          <p:cNvSpPr/>
          <p:nvPr/>
        </p:nvSpPr>
        <p:spPr>
          <a:xfrm>
            <a:off x="152082" y="5711192"/>
            <a:ext cx="2878634" cy="855675"/>
          </a:xfrm>
          <a:prstGeom prst="roundRect">
            <a:avLst>
              <a:gd name="adj" fmla="val 2276"/>
            </a:avLst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79">
            <a:extLst>
              <a:ext uri="{FF2B5EF4-FFF2-40B4-BE49-F238E27FC236}">
                <a16:creationId xmlns:a16="http://schemas.microsoft.com/office/drawing/2014/main" id="{48F7C858-71F4-43D9-89D2-509D2941AE20}"/>
              </a:ext>
            </a:extLst>
          </p:cNvPr>
          <p:cNvSpPr txBox="1"/>
          <p:nvPr/>
        </p:nvSpPr>
        <p:spPr>
          <a:xfrm>
            <a:off x="85704" y="3380044"/>
            <a:ext cx="3388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Mesa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建模一般文件夹安排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7FB7A76-02C8-53FC-4586-F9AA207F607C}"/>
              </a:ext>
            </a:extLst>
          </p:cNvPr>
          <p:cNvSpPr txBox="1"/>
          <p:nvPr/>
        </p:nvSpPr>
        <p:spPr>
          <a:xfrm>
            <a:off x="85704" y="1441052"/>
            <a:ext cx="107174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[Overview of the MESA library](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https://mesa.readthedocs.io/stable/overview.html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Tx/>
              <a:buChar char="-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[Creating Your First Model](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https://mesa.readthedocs.io/stable/tutorials/0_first_model.html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Tx/>
              <a:buChar char="-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[Adding Space](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https://mesa.readthedocs.io/stable/tutorials/1_adding_space.html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Tx/>
              <a:buChar char="-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[Collecting Data](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https://mesa.readthedocs.io/stable/tutorials/2_collecting_data.html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Tx/>
              <a:buChar char="-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AgentSet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](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https://mesa.readthedocs.io/stable/tutorials/3_agentset.html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Tx/>
              <a:buChar char="-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[Basic Visualization](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https://mesa.readthedocs.io/stable/tutorials/4_visualization_basic.html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Tx/>
              <a:buChar char="-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[Dynamic Agent Visualization](https://mesa.readthedocs.io/stable/tutorials/5_visualization_dynamic_agents.html)</a:t>
            </a:r>
          </a:p>
          <a:p>
            <a:pPr marL="171450" indent="-171450">
              <a:buFontTx/>
              <a:buChar char="-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[Visualization using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SpaceRenderer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](https://mesa.readthedocs.io/stable/tutorials/6_visualization_rendering_with_space_renderer.html)</a:t>
            </a:r>
          </a:p>
          <a:p>
            <a:pPr marL="171450" indent="-171450">
              <a:buFontTx/>
              <a:buChar char="-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[Property Layer Visualization](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https://mesa.readthedocs.io/stable/tutorials/7_visualization_propertylayer_visualization.html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[Custom Visualization Components](https://mesa.readthedocs.io/stable/tutorials/8_visualization_custom.html):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79">
            <a:extLst>
              <a:ext uri="{FF2B5EF4-FFF2-40B4-BE49-F238E27FC236}">
                <a16:creationId xmlns:a16="http://schemas.microsoft.com/office/drawing/2014/main" id="{EE4814B8-4214-844E-0E25-C4C07E6AA460}"/>
              </a:ext>
            </a:extLst>
          </p:cNvPr>
          <p:cNvSpPr txBox="1"/>
          <p:nvPr/>
        </p:nvSpPr>
        <p:spPr>
          <a:xfrm>
            <a:off x="85704" y="1120508"/>
            <a:ext cx="2536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学习的链接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C4B7747-ED06-547E-0405-A335797F607C}"/>
              </a:ext>
            </a:extLst>
          </p:cNvPr>
          <p:cNvSpPr txBox="1"/>
          <p:nvPr/>
        </p:nvSpPr>
        <p:spPr>
          <a:xfrm>
            <a:off x="179809" y="3720602"/>
            <a:ext cx="63140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mesa_project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/│</a:t>
            </a: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run.py                  #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主入口文件，运行模型与可视化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model.py                #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定义模型逻辑（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Model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agent.py                #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定义主体（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analysis.py</a:t>
            </a: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xxx…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984A556-003A-9072-C51A-D9858F0798F8}"/>
              </a:ext>
            </a:extLst>
          </p:cNvPr>
          <p:cNvCxnSpPr/>
          <p:nvPr/>
        </p:nvCxnSpPr>
        <p:spPr>
          <a:xfrm>
            <a:off x="60960" y="5204460"/>
            <a:ext cx="12131040" cy="0"/>
          </a:xfrm>
          <a:prstGeom prst="line">
            <a:avLst/>
          </a:prstGeom>
          <a:ln>
            <a:solidFill>
              <a:srgbClr val="006C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608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3253E6-BD12-D8EF-04EE-B7A101247D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1D2FCBB6-53FB-1B33-3B55-57E4A923F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Basic skeleton-2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FFACAB90-D501-A320-F727-1DB53FF2AEBD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98378" y="1474839"/>
            <a:ext cx="5090587" cy="4769067"/>
          </a:xfrm>
          <a:prstGeom prst="rect">
            <a:avLst/>
          </a:prstGeom>
        </p:spPr>
      </p:pic>
      <p:sp>
        <p:nvSpPr>
          <p:cNvPr id="9" name="Rounded Rectangle 133">
            <a:extLst>
              <a:ext uri="{FF2B5EF4-FFF2-40B4-BE49-F238E27FC236}">
                <a16:creationId xmlns:a16="http://schemas.microsoft.com/office/drawing/2014/main" id="{E00E013F-1D59-EA0A-2C2D-13DE77D549B1}"/>
              </a:ext>
            </a:extLst>
          </p:cNvPr>
          <p:cNvSpPr/>
          <p:nvPr/>
        </p:nvSpPr>
        <p:spPr>
          <a:xfrm>
            <a:off x="406084" y="2506396"/>
            <a:ext cx="2801690" cy="258927"/>
          </a:xfrm>
          <a:prstGeom prst="roundRect">
            <a:avLst>
              <a:gd name="adj" fmla="val 2276"/>
            </a:avLst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79">
            <a:extLst>
              <a:ext uri="{FF2B5EF4-FFF2-40B4-BE49-F238E27FC236}">
                <a16:creationId xmlns:a16="http://schemas.microsoft.com/office/drawing/2014/main" id="{DD6D23DD-4FB4-5787-D7FC-35FC5C355588}"/>
              </a:ext>
            </a:extLst>
          </p:cNvPr>
          <p:cNvSpPr txBox="1"/>
          <p:nvPr/>
        </p:nvSpPr>
        <p:spPr>
          <a:xfrm>
            <a:off x="5412172" y="1297159"/>
            <a:ext cx="4284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Agent</a:t>
            </a:r>
            <a:r>
              <a:rPr lang="zh-CN" altLang="en-US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的属性</a:t>
            </a:r>
            <a:r>
              <a:rPr lang="en-US" altLang="zh-CN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比如年龄，身份，性别等，可以进一步拓展</a:t>
            </a:r>
          </a:p>
        </p:txBody>
      </p:sp>
      <p:sp>
        <p:nvSpPr>
          <p:cNvPr id="15" name="Rounded Rectangle 133">
            <a:extLst>
              <a:ext uri="{FF2B5EF4-FFF2-40B4-BE49-F238E27FC236}">
                <a16:creationId xmlns:a16="http://schemas.microsoft.com/office/drawing/2014/main" id="{0B26C356-70E0-ABCD-11DF-9310E38A8A90}"/>
              </a:ext>
            </a:extLst>
          </p:cNvPr>
          <p:cNvSpPr/>
          <p:nvPr/>
        </p:nvSpPr>
        <p:spPr>
          <a:xfrm>
            <a:off x="406083" y="2899613"/>
            <a:ext cx="4136419" cy="839103"/>
          </a:xfrm>
          <a:prstGeom prst="roundRect">
            <a:avLst>
              <a:gd name="adj" fmla="val 2276"/>
            </a:avLst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79">
            <a:extLst>
              <a:ext uri="{FF2B5EF4-FFF2-40B4-BE49-F238E27FC236}">
                <a16:creationId xmlns:a16="http://schemas.microsoft.com/office/drawing/2014/main" id="{AC55B134-31A7-E8AD-8E5E-B772E93D0535}"/>
              </a:ext>
            </a:extLst>
          </p:cNvPr>
          <p:cNvSpPr txBox="1"/>
          <p:nvPr/>
        </p:nvSpPr>
        <p:spPr>
          <a:xfrm>
            <a:off x="5412172" y="1928882"/>
            <a:ext cx="42848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Agent</a:t>
            </a:r>
            <a:r>
              <a:rPr lang="zh-CN" altLang="en-US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的行为</a:t>
            </a:r>
            <a:r>
              <a:rPr lang="en-US" altLang="zh-CN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定义随着时间变化，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agent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会如何行动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(agent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与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agent)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agent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与环境互动</a:t>
            </a:r>
          </a:p>
        </p:txBody>
      </p:sp>
      <p:sp>
        <p:nvSpPr>
          <p:cNvPr id="20" name="文本框 79">
            <a:extLst>
              <a:ext uri="{FF2B5EF4-FFF2-40B4-BE49-F238E27FC236}">
                <a16:creationId xmlns:a16="http://schemas.microsoft.com/office/drawing/2014/main" id="{479589B4-941C-027F-7944-ED99EEBABD8E}"/>
              </a:ext>
            </a:extLst>
          </p:cNvPr>
          <p:cNvSpPr txBox="1"/>
          <p:nvPr/>
        </p:nvSpPr>
        <p:spPr>
          <a:xfrm>
            <a:off x="5412171" y="2761828"/>
            <a:ext cx="42848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Model</a:t>
            </a:r>
            <a:r>
              <a:rPr lang="zh-CN" altLang="en-US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的空间</a:t>
            </a:r>
            <a:r>
              <a:rPr lang="en-US" altLang="zh-CN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Mesa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提供了多种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agent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存在且可以互动的空间类型：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Discrete Spaces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Grid-based Spaces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Network Space: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Continuous Space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1" name="Rounded Rectangle 133">
            <a:extLst>
              <a:ext uri="{FF2B5EF4-FFF2-40B4-BE49-F238E27FC236}">
                <a16:creationId xmlns:a16="http://schemas.microsoft.com/office/drawing/2014/main" id="{4F2A0CAF-0D76-33DC-A310-28EE4B939CF6}"/>
              </a:ext>
            </a:extLst>
          </p:cNvPr>
          <p:cNvSpPr/>
          <p:nvPr/>
        </p:nvSpPr>
        <p:spPr>
          <a:xfrm>
            <a:off x="426726" y="4468761"/>
            <a:ext cx="4136419" cy="228600"/>
          </a:xfrm>
          <a:prstGeom prst="roundRect">
            <a:avLst>
              <a:gd name="adj" fmla="val 2276"/>
            </a:avLst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ounded Rectangle 133">
            <a:extLst>
              <a:ext uri="{FF2B5EF4-FFF2-40B4-BE49-F238E27FC236}">
                <a16:creationId xmlns:a16="http://schemas.microsoft.com/office/drawing/2014/main" id="{395E2EDA-30EE-4AE5-1722-1CDDB9A2E69B}"/>
              </a:ext>
            </a:extLst>
          </p:cNvPr>
          <p:cNvSpPr/>
          <p:nvPr/>
        </p:nvSpPr>
        <p:spPr>
          <a:xfrm>
            <a:off x="426726" y="5687429"/>
            <a:ext cx="4136419" cy="198875"/>
          </a:xfrm>
          <a:prstGeom prst="roundRect">
            <a:avLst>
              <a:gd name="adj" fmla="val 2276"/>
            </a:avLst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self.datacollector</a:t>
            </a:r>
            <a:endParaRPr kumimoji="1"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79">
            <a:extLst>
              <a:ext uri="{FF2B5EF4-FFF2-40B4-BE49-F238E27FC236}">
                <a16:creationId xmlns:a16="http://schemas.microsoft.com/office/drawing/2014/main" id="{972174BF-2560-1921-905D-65D8736307A3}"/>
              </a:ext>
            </a:extLst>
          </p:cNvPr>
          <p:cNvSpPr txBox="1"/>
          <p:nvPr/>
        </p:nvSpPr>
        <p:spPr>
          <a:xfrm>
            <a:off x="5412170" y="4139589"/>
            <a:ext cx="42848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Model </a:t>
            </a:r>
            <a:r>
              <a:rPr lang="zh-CN" altLang="en-US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中如何初始化 </a:t>
            </a:r>
            <a:r>
              <a:rPr lang="en-US" altLang="zh-CN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space </a:t>
            </a:r>
            <a:r>
              <a:rPr lang="zh-CN" altLang="en-US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 </a:t>
            </a:r>
            <a:r>
              <a:rPr lang="en-US" altLang="zh-CN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agent: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定义如何创建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agent,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如果有空间形式的话如何把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agent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放置上去</a:t>
            </a:r>
          </a:p>
        </p:txBody>
      </p:sp>
      <p:sp>
        <p:nvSpPr>
          <p:cNvPr id="24" name="文本框 79">
            <a:extLst>
              <a:ext uri="{FF2B5EF4-FFF2-40B4-BE49-F238E27FC236}">
                <a16:creationId xmlns:a16="http://schemas.microsoft.com/office/drawing/2014/main" id="{4798DF03-D09A-7023-E1D6-1C941D16726A}"/>
              </a:ext>
            </a:extLst>
          </p:cNvPr>
          <p:cNvSpPr txBox="1"/>
          <p:nvPr/>
        </p:nvSpPr>
        <p:spPr>
          <a:xfrm>
            <a:off x="5412170" y="4939048"/>
            <a:ext cx="4284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Model </a:t>
            </a:r>
            <a:r>
              <a:rPr lang="zh-CN" altLang="en-US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中收集数据</a:t>
            </a:r>
            <a:r>
              <a:rPr lang="en-US" altLang="zh-CN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利用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datacollector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进行数据收集</a:t>
            </a:r>
          </a:p>
        </p:txBody>
      </p:sp>
      <p:sp>
        <p:nvSpPr>
          <p:cNvPr id="25" name="文本框 79">
            <a:extLst>
              <a:ext uri="{FF2B5EF4-FFF2-40B4-BE49-F238E27FC236}">
                <a16:creationId xmlns:a16="http://schemas.microsoft.com/office/drawing/2014/main" id="{C1D19FBE-F3A6-227C-405F-AE8E344443F5}"/>
              </a:ext>
            </a:extLst>
          </p:cNvPr>
          <p:cNvSpPr txBox="1"/>
          <p:nvPr/>
        </p:nvSpPr>
        <p:spPr>
          <a:xfrm>
            <a:off x="5412170" y="5462268"/>
            <a:ext cx="42848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Model </a:t>
            </a:r>
            <a:r>
              <a:rPr lang="zh-CN" altLang="en-US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</a:t>
            </a:r>
            <a:r>
              <a:rPr lang="en-US" altLang="zh-CN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agent</a:t>
            </a:r>
            <a:r>
              <a:rPr lang="zh-CN" altLang="en-US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的激活方式</a:t>
            </a:r>
            <a:r>
              <a:rPr lang="en-US" altLang="zh-CN" sz="1400" b="1" dirty="0">
                <a:solidFill>
                  <a:srgbClr val="00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Mesa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提供了多种方式灵活激活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agent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，具体使用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AgentSet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API:</a:t>
            </a: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model.agents.do("step")</a:t>
            </a:r>
          </a:p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model.agents.shuffle_do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("step")</a:t>
            </a: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…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79">
            <a:extLst>
              <a:ext uri="{FF2B5EF4-FFF2-40B4-BE49-F238E27FC236}">
                <a16:creationId xmlns:a16="http://schemas.microsoft.com/office/drawing/2014/main" id="{91B1D570-A778-3705-44BC-80DE31D89878}"/>
              </a:ext>
            </a:extLst>
          </p:cNvPr>
          <p:cNvSpPr txBox="1"/>
          <p:nvPr/>
        </p:nvSpPr>
        <p:spPr>
          <a:xfrm>
            <a:off x="9638071" y="5022493"/>
            <a:ext cx="25539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Tip:</a:t>
            </a: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Mesa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更新后将之前的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schedule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替换为了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do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这样的操作，详见：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hlinkClick r:id="rId3"/>
              </a:rPr>
              <a:t>https://github.com/projectmesa/mesa/blob/11bbc52f28bb5a1d1220324f11bc34cc43ebc3b5/docs/migration_guide.md?plain=1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57EB9B9-914B-22D1-EE91-578459E84FAE}"/>
              </a:ext>
            </a:extLst>
          </p:cNvPr>
          <p:cNvCxnSpPr>
            <a:endCxn id="14" idx="1"/>
          </p:cNvCxnSpPr>
          <p:nvPr/>
        </p:nvCxnSpPr>
        <p:spPr>
          <a:xfrm flipV="1">
            <a:off x="3207774" y="1558769"/>
            <a:ext cx="2204398" cy="1108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C39BEF6-3DE5-2521-367F-4C934E5AC181}"/>
              </a:ext>
            </a:extLst>
          </p:cNvPr>
          <p:cNvCxnSpPr>
            <a:cxnSpLocks/>
          </p:cNvCxnSpPr>
          <p:nvPr/>
        </p:nvCxnSpPr>
        <p:spPr>
          <a:xfrm flipV="1">
            <a:off x="3731342" y="2132757"/>
            <a:ext cx="1563329" cy="894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9DC182F-47CA-2D0F-4776-E817ED2E7BCF}"/>
              </a:ext>
            </a:extLst>
          </p:cNvPr>
          <p:cNvCxnSpPr>
            <a:cxnSpLocks/>
          </p:cNvCxnSpPr>
          <p:nvPr/>
        </p:nvCxnSpPr>
        <p:spPr>
          <a:xfrm flipV="1">
            <a:off x="3286878" y="2852600"/>
            <a:ext cx="2125291" cy="1639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C0AD4CF-60AF-0F64-8BFE-9571D2C30D1D}"/>
              </a:ext>
            </a:extLst>
          </p:cNvPr>
          <p:cNvCxnSpPr>
            <a:cxnSpLocks/>
          </p:cNvCxnSpPr>
          <p:nvPr/>
        </p:nvCxnSpPr>
        <p:spPr>
          <a:xfrm flipV="1">
            <a:off x="4461126" y="4281113"/>
            <a:ext cx="951043" cy="59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133">
            <a:extLst>
              <a:ext uri="{FF2B5EF4-FFF2-40B4-BE49-F238E27FC236}">
                <a16:creationId xmlns:a16="http://schemas.microsoft.com/office/drawing/2014/main" id="{BC061026-95E3-C790-F4C1-3DF396ABF073}"/>
              </a:ext>
            </a:extLst>
          </p:cNvPr>
          <p:cNvSpPr/>
          <p:nvPr/>
        </p:nvSpPr>
        <p:spPr>
          <a:xfrm>
            <a:off x="406082" y="4762711"/>
            <a:ext cx="4136419" cy="839102"/>
          </a:xfrm>
          <a:prstGeom prst="roundRect">
            <a:avLst>
              <a:gd name="adj" fmla="val 2276"/>
            </a:avLst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4680F02-391F-564D-FB0E-97C6098EAA14}"/>
              </a:ext>
            </a:extLst>
          </p:cNvPr>
          <p:cNvCxnSpPr>
            <a:cxnSpLocks/>
          </p:cNvCxnSpPr>
          <p:nvPr/>
        </p:nvCxnSpPr>
        <p:spPr>
          <a:xfrm flipV="1">
            <a:off x="4140477" y="5063307"/>
            <a:ext cx="1271692" cy="672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57BBAC0-4AB3-0510-04F7-B41EBBA80EA9}"/>
              </a:ext>
            </a:extLst>
          </p:cNvPr>
          <p:cNvCxnSpPr>
            <a:cxnSpLocks/>
          </p:cNvCxnSpPr>
          <p:nvPr/>
        </p:nvCxnSpPr>
        <p:spPr>
          <a:xfrm flipV="1">
            <a:off x="2875935" y="5667163"/>
            <a:ext cx="2536234" cy="569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163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5BECB-BD7B-ECC2-9720-5CC492680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65480A-0143-9A8B-3706-A6B78708E97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3182" y="1289785"/>
            <a:ext cx="2551500" cy="22926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Mesa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Space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分类：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Discrete Spaces</a:t>
            </a:r>
          </a:p>
          <a:p>
            <a:pPr lvl="1"/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Grid-based Spaces</a:t>
            </a:r>
          </a:p>
          <a:p>
            <a:pPr lvl="1"/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Network Space</a:t>
            </a:r>
          </a:p>
          <a:p>
            <a:pPr lvl="1"/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Voronoi Space</a:t>
            </a:r>
          </a:p>
          <a:p>
            <a:pPr lvl="1"/>
            <a:r>
              <a:rPr lang="en-US" altLang="zh-CN" sz="16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Property Layers</a:t>
            </a:r>
          </a:p>
          <a:p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Continuous Space</a:t>
            </a:r>
          </a:p>
          <a:p>
            <a:endParaRPr lang="zh-CN" altLang="en-US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C5D0F6-A0A6-CEAD-7082-54CED32176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E78A2899-48EF-4E9B-A6B9-E8130C543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8860" y="386781"/>
            <a:ext cx="8702040" cy="903004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Space 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定义了代理在其中移动和交互的结构</a:t>
            </a:r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B46B5F68-2CA1-6749-0421-A645A832AA42}"/>
              </a:ext>
            </a:extLst>
          </p:cNvPr>
          <p:cNvGrpSpPr/>
          <p:nvPr/>
        </p:nvGrpSpPr>
        <p:grpSpPr>
          <a:xfrm>
            <a:off x="2636402" y="2042810"/>
            <a:ext cx="5706998" cy="3156943"/>
            <a:chOff x="927949" y="333284"/>
            <a:chExt cx="10578684" cy="6443988"/>
          </a:xfrm>
        </p:grpSpPr>
        <p:grpSp>
          <p:nvGrpSpPr>
            <p:cNvPr id="6" name="Group 100">
              <a:extLst>
                <a:ext uri="{FF2B5EF4-FFF2-40B4-BE49-F238E27FC236}">
                  <a16:creationId xmlns:a16="http://schemas.microsoft.com/office/drawing/2014/main" id="{CCFAB775-DF1B-73C4-603F-A57418C079A5}"/>
                </a:ext>
              </a:extLst>
            </p:cNvPr>
            <p:cNvGrpSpPr/>
            <p:nvPr/>
          </p:nvGrpSpPr>
          <p:grpSpPr>
            <a:xfrm>
              <a:off x="4010409" y="3785999"/>
              <a:ext cx="4495162" cy="1988153"/>
              <a:chOff x="214058" y="4040297"/>
              <a:chExt cx="5898859" cy="2608991"/>
            </a:xfrm>
          </p:grpSpPr>
          <p:sp>
            <p:nvSpPr>
              <p:cNvPr id="8" name="Parallelogram 101">
                <a:extLst>
                  <a:ext uri="{FF2B5EF4-FFF2-40B4-BE49-F238E27FC236}">
                    <a16:creationId xmlns:a16="http://schemas.microsoft.com/office/drawing/2014/main" id="{922E9312-79FF-3681-403F-23E87B9BED8E}"/>
                  </a:ext>
                </a:extLst>
              </p:cNvPr>
              <p:cNvSpPr/>
              <p:nvPr/>
            </p:nvSpPr>
            <p:spPr>
              <a:xfrm flipH="1">
                <a:off x="214058" y="4040297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Parallelogram 102">
                <a:extLst>
                  <a:ext uri="{FF2B5EF4-FFF2-40B4-BE49-F238E27FC236}">
                    <a16:creationId xmlns:a16="http://schemas.microsoft.com/office/drawing/2014/main" id="{3A1C777F-0889-17D5-42B9-D4F9F335BA00}"/>
                  </a:ext>
                </a:extLst>
              </p:cNvPr>
              <p:cNvSpPr/>
              <p:nvPr/>
            </p:nvSpPr>
            <p:spPr>
              <a:xfrm flipH="1">
                <a:off x="858501" y="4040297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Parallelogram 103">
                <a:extLst>
                  <a:ext uri="{FF2B5EF4-FFF2-40B4-BE49-F238E27FC236}">
                    <a16:creationId xmlns:a16="http://schemas.microsoft.com/office/drawing/2014/main" id="{8B4AD62F-A001-C268-096C-59FC723A986B}"/>
                  </a:ext>
                </a:extLst>
              </p:cNvPr>
              <p:cNvSpPr/>
              <p:nvPr/>
            </p:nvSpPr>
            <p:spPr>
              <a:xfrm flipH="1">
                <a:off x="1502944" y="4040297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2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Parallelogram 104">
                <a:extLst>
                  <a:ext uri="{FF2B5EF4-FFF2-40B4-BE49-F238E27FC236}">
                    <a16:creationId xmlns:a16="http://schemas.microsoft.com/office/drawing/2014/main" id="{1437953F-4751-2539-3A79-5142C99AD7D5}"/>
                  </a:ext>
                </a:extLst>
              </p:cNvPr>
              <p:cNvSpPr/>
              <p:nvPr/>
            </p:nvSpPr>
            <p:spPr>
              <a:xfrm flipH="1">
                <a:off x="2147387" y="4040297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Parallelogram 105">
                <a:extLst>
                  <a:ext uri="{FF2B5EF4-FFF2-40B4-BE49-F238E27FC236}">
                    <a16:creationId xmlns:a16="http://schemas.microsoft.com/office/drawing/2014/main" id="{29D48BF2-3A21-BCF0-BB58-14EFD8705AC7}"/>
                  </a:ext>
                </a:extLst>
              </p:cNvPr>
              <p:cNvSpPr/>
              <p:nvPr/>
            </p:nvSpPr>
            <p:spPr>
              <a:xfrm flipH="1">
                <a:off x="2791830" y="4040297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7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Parallelogram 106">
                <a:extLst>
                  <a:ext uri="{FF2B5EF4-FFF2-40B4-BE49-F238E27FC236}">
                    <a16:creationId xmlns:a16="http://schemas.microsoft.com/office/drawing/2014/main" id="{FB34CC07-9044-EE5A-22E2-7F4B82BB404A}"/>
                  </a:ext>
                </a:extLst>
              </p:cNvPr>
              <p:cNvSpPr/>
              <p:nvPr/>
            </p:nvSpPr>
            <p:spPr>
              <a:xfrm flipH="1">
                <a:off x="3436272" y="4040297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Parallelogram 107">
                <a:extLst>
                  <a:ext uri="{FF2B5EF4-FFF2-40B4-BE49-F238E27FC236}">
                    <a16:creationId xmlns:a16="http://schemas.microsoft.com/office/drawing/2014/main" id="{269C764B-4E44-45C6-C2BE-9DDA85488971}"/>
                  </a:ext>
                </a:extLst>
              </p:cNvPr>
              <p:cNvSpPr/>
              <p:nvPr/>
            </p:nvSpPr>
            <p:spPr>
              <a:xfrm flipH="1">
                <a:off x="568103" y="448646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27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Parallelogram 108">
                <a:extLst>
                  <a:ext uri="{FF2B5EF4-FFF2-40B4-BE49-F238E27FC236}">
                    <a16:creationId xmlns:a16="http://schemas.microsoft.com/office/drawing/2014/main" id="{B4A6AB3A-8FD6-46FB-075E-7879021C4377}"/>
                  </a:ext>
                </a:extLst>
              </p:cNvPr>
              <p:cNvSpPr/>
              <p:nvPr/>
            </p:nvSpPr>
            <p:spPr>
              <a:xfrm flipH="1">
                <a:off x="1212546" y="448646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4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Parallelogram 109">
                <a:extLst>
                  <a:ext uri="{FF2B5EF4-FFF2-40B4-BE49-F238E27FC236}">
                    <a16:creationId xmlns:a16="http://schemas.microsoft.com/office/drawing/2014/main" id="{67F6FCA6-4390-9271-A10B-313D445F9A79}"/>
                  </a:ext>
                </a:extLst>
              </p:cNvPr>
              <p:cNvSpPr/>
              <p:nvPr/>
            </p:nvSpPr>
            <p:spPr>
              <a:xfrm flipH="1">
                <a:off x="1856989" y="448646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Parallelogram 110">
                <a:extLst>
                  <a:ext uri="{FF2B5EF4-FFF2-40B4-BE49-F238E27FC236}">
                    <a16:creationId xmlns:a16="http://schemas.microsoft.com/office/drawing/2014/main" id="{CFEC1837-E7E3-3103-B8D7-8D28B0BBE2A5}"/>
                  </a:ext>
                </a:extLst>
              </p:cNvPr>
              <p:cNvSpPr/>
              <p:nvPr/>
            </p:nvSpPr>
            <p:spPr>
              <a:xfrm flipH="1">
                <a:off x="2501432" y="448646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7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Parallelogram 111">
                <a:extLst>
                  <a:ext uri="{FF2B5EF4-FFF2-40B4-BE49-F238E27FC236}">
                    <a16:creationId xmlns:a16="http://schemas.microsoft.com/office/drawing/2014/main" id="{4CE7CBED-4B19-54FF-215B-2ED14C9A4126}"/>
                  </a:ext>
                </a:extLst>
              </p:cNvPr>
              <p:cNvSpPr/>
              <p:nvPr/>
            </p:nvSpPr>
            <p:spPr>
              <a:xfrm flipH="1">
                <a:off x="3145875" y="448646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4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Parallelogram 112">
                <a:extLst>
                  <a:ext uri="{FF2B5EF4-FFF2-40B4-BE49-F238E27FC236}">
                    <a16:creationId xmlns:a16="http://schemas.microsoft.com/office/drawing/2014/main" id="{295829A7-CA77-BD0D-A447-A0DBDE296DBF}"/>
                  </a:ext>
                </a:extLst>
              </p:cNvPr>
              <p:cNvSpPr/>
              <p:nvPr/>
            </p:nvSpPr>
            <p:spPr>
              <a:xfrm flipH="1">
                <a:off x="3790317" y="448646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8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Parallelogram 113">
                <a:extLst>
                  <a:ext uri="{FF2B5EF4-FFF2-40B4-BE49-F238E27FC236}">
                    <a16:creationId xmlns:a16="http://schemas.microsoft.com/office/drawing/2014/main" id="{3B7BABB0-8D38-C48D-6614-A5EF85F0C0A3}"/>
                  </a:ext>
                </a:extLst>
              </p:cNvPr>
              <p:cNvSpPr/>
              <p:nvPr/>
            </p:nvSpPr>
            <p:spPr>
              <a:xfrm flipH="1">
                <a:off x="918651" y="4942070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Parallelogram 114">
                <a:extLst>
                  <a:ext uri="{FF2B5EF4-FFF2-40B4-BE49-F238E27FC236}">
                    <a16:creationId xmlns:a16="http://schemas.microsoft.com/office/drawing/2014/main" id="{696213DF-BD9B-C6A5-9133-03083BAB5EB7}"/>
                  </a:ext>
                </a:extLst>
              </p:cNvPr>
              <p:cNvSpPr/>
              <p:nvPr/>
            </p:nvSpPr>
            <p:spPr>
              <a:xfrm flipH="1">
                <a:off x="1563094" y="4942070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1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Parallelogram 115">
                <a:extLst>
                  <a:ext uri="{FF2B5EF4-FFF2-40B4-BE49-F238E27FC236}">
                    <a16:creationId xmlns:a16="http://schemas.microsoft.com/office/drawing/2014/main" id="{42B85CA4-8234-C823-616C-BA3CED42471D}"/>
                  </a:ext>
                </a:extLst>
              </p:cNvPr>
              <p:cNvSpPr/>
              <p:nvPr/>
            </p:nvSpPr>
            <p:spPr>
              <a:xfrm flipH="1">
                <a:off x="2207537" y="4942070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Parallelogram 116">
                <a:extLst>
                  <a:ext uri="{FF2B5EF4-FFF2-40B4-BE49-F238E27FC236}">
                    <a16:creationId xmlns:a16="http://schemas.microsoft.com/office/drawing/2014/main" id="{B4AE495B-D5F6-0403-8097-6A97DAAE1422}"/>
                  </a:ext>
                </a:extLst>
              </p:cNvPr>
              <p:cNvSpPr/>
              <p:nvPr/>
            </p:nvSpPr>
            <p:spPr>
              <a:xfrm flipH="1">
                <a:off x="2851980" y="4942070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7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Parallelogram 117">
                <a:extLst>
                  <a:ext uri="{FF2B5EF4-FFF2-40B4-BE49-F238E27FC236}">
                    <a16:creationId xmlns:a16="http://schemas.microsoft.com/office/drawing/2014/main" id="{7AB71B59-E98A-C4E8-ED8E-05D091911275}"/>
                  </a:ext>
                </a:extLst>
              </p:cNvPr>
              <p:cNvSpPr/>
              <p:nvPr/>
            </p:nvSpPr>
            <p:spPr>
              <a:xfrm flipH="1">
                <a:off x="3496423" y="4942070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Parallelogram 118">
                <a:extLst>
                  <a:ext uri="{FF2B5EF4-FFF2-40B4-BE49-F238E27FC236}">
                    <a16:creationId xmlns:a16="http://schemas.microsoft.com/office/drawing/2014/main" id="{F2AEE700-B8BF-439C-3FFE-1F3AC5E014A1}"/>
                  </a:ext>
                </a:extLst>
              </p:cNvPr>
              <p:cNvSpPr/>
              <p:nvPr/>
            </p:nvSpPr>
            <p:spPr>
              <a:xfrm flipH="1">
                <a:off x="4140865" y="4942070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7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Parallelogram 119">
                <a:extLst>
                  <a:ext uri="{FF2B5EF4-FFF2-40B4-BE49-F238E27FC236}">
                    <a16:creationId xmlns:a16="http://schemas.microsoft.com/office/drawing/2014/main" id="{47847E59-1ACE-FFEC-E45F-848C7ED82825}"/>
                  </a:ext>
                </a:extLst>
              </p:cNvPr>
              <p:cNvSpPr/>
              <p:nvPr/>
            </p:nvSpPr>
            <p:spPr>
              <a:xfrm flipH="1">
                <a:off x="1267691" y="5389746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4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Parallelogram 120">
                <a:extLst>
                  <a:ext uri="{FF2B5EF4-FFF2-40B4-BE49-F238E27FC236}">
                    <a16:creationId xmlns:a16="http://schemas.microsoft.com/office/drawing/2014/main" id="{695F435D-E443-841A-571D-45C30ED6B074}"/>
                  </a:ext>
                </a:extLst>
              </p:cNvPr>
              <p:cNvSpPr/>
              <p:nvPr/>
            </p:nvSpPr>
            <p:spPr>
              <a:xfrm flipH="1">
                <a:off x="1912134" y="5389746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7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Parallelogram 121">
                <a:extLst>
                  <a:ext uri="{FF2B5EF4-FFF2-40B4-BE49-F238E27FC236}">
                    <a16:creationId xmlns:a16="http://schemas.microsoft.com/office/drawing/2014/main" id="{B0681E8E-191D-B7F7-7284-364D56D7D34B}"/>
                  </a:ext>
                </a:extLst>
              </p:cNvPr>
              <p:cNvSpPr/>
              <p:nvPr/>
            </p:nvSpPr>
            <p:spPr>
              <a:xfrm flipH="1">
                <a:off x="2556577" y="5389746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4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Parallelogram 122">
                <a:extLst>
                  <a:ext uri="{FF2B5EF4-FFF2-40B4-BE49-F238E27FC236}">
                    <a16:creationId xmlns:a16="http://schemas.microsoft.com/office/drawing/2014/main" id="{A63EA587-B5AB-DE62-A49C-75CB919BA7A7}"/>
                  </a:ext>
                </a:extLst>
              </p:cNvPr>
              <p:cNvSpPr/>
              <p:nvPr/>
            </p:nvSpPr>
            <p:spPr>
              <a:xfrm flipH="1">
                <a:off x="3201020" y="5389746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Parallelogram 123">
                <a:extLst>
                  <a:ext uri="{FF2B5EF4-FFF2-40B4-BE49-F238E27FC236}">
                    <a16:creationId xmlns:a16="http://schemas.microsoft.com/office/drawing/2014/main" id="{D1F95E30-B72A-5CAC-F931-6AB1254F8B67}"/>
                  </a:ext>
                </a:extLst>
              </p:cNvPr>
              <p:cNvSpPr/>
              <p:nvPr/>
            </p:nvSpPr>
            <p:spPr>
              <a:xfrm flipH="1">
                <a:off x="3845463" y="5389746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67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Parallelogram 124">
                <a:extLst>
                  <a:ext uri="{FF2B5EF4-FFF2-40B4-BE49-F238E27FC236}">
                    <a16:creationId xmlns:a16="http://schemas.microsoft.com/office/drawing/2014/main" id="{8E811328-06E6-5E51-FA31-7A8BCC3FC9F6}"/>
                  </a:ext>
                </a:extLst>
              </p:cNvPr>
              <p:cNvSpPr/>
              <p:nvPr/>
            </p:nvSpPr>
            <p:spPr>
              <a:xfrm flipH="1">
                <a:off x="4489905" y="5389746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Parallelogram 125">
                <a:extLst>
                  <a:ext uri="{FF2B5EF4-FFF2-40B4-BE49-F238E27FC236}">
                    <a16:creationId xmlns:a16="http://schemas.microsoft.com/office/drawing/2014/main" id="{EA5B49EB-E310-D860-E985-92FB30176884}"/>
                  </a:ext>
                </a:extLst>
              </p:cNvPr>
              <p:cNvSpPr/>
              <p:nvPr/>
            </p:nvSpPr>
            <p:spPr>
              <a:xfrm flipH="1">
                <a:off x="1619993" y="582593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3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Parallelogram 126">
                <a:extLst>
                  <a:ext uri="{FF2B5EF4-FFF2-40B4-BE49-F238E27FC236}">
                    <a16:creationId xmlns:a16="http://schemas.microsoft.com/office/drawing/2014/main" id="{0A761820-2438-BA3A-22E5-365C3644A5AC}"/>
                  </a:ext>
                </a:extLst>
              </p:cNvPr>
              <p:cNvSpPr/>
              <p:nvPr/>
            </p:nvSpPr>
            <p:spPr>
              <a:xfrm flipH="1">
                <a:off x="2264436" y="582593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7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Parallelogram 127">
                <a:extLst>
                  <a:ext uri="{FF2B5EF4-FFF2-40B4-BE49-F238E27FC236}">
                    <a16:creationId xmlns:a16="http://schemas.microsoft.com/office/drawing/2014/main" id="{327963E5-65C1-F14E-4BD5-953412CA9F43}"/>
                  </a:ext>
                </a:extLst>
              </p:cNvPr>
              <p:cNvSpPr/>
              <p:nvPr/>
            </p:nvSpPr>
            <p:spPr>
              <a:xfrm flipH="1">
                <a:off x="2908879" y="582593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Parallelogram 128">
                <a:extLst>
                  <a:ext uri="{FF2B5EF4-FFF2-40B4-BE49-F238E27FC236}">
                    <a16:creationId xmlns:a16="http://schemas.microsoft.com/office/drawing/2014/main" id="{365D5C30-8584-9235-061C-FBE6889F4CC1}"/>
                  </a:ext>
                </a:extLst>
              </p:cNvPr>
              <p:cNvSpPr/>
              <p:nvPr/>
            </p:nvSpPr>
            <p:spPr>
              <a:xfrm flipH="1">
                <a:off x="3553322" y="582593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7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Parallelogram 129">
                <a:extLst>
                  <a:ext uri="{FF2B5EF4-FFF2-40B4-BE49-F238E27FC236}">
                    <a16:creationId xmlns:a16="http://schemas.microsoft.com/office/drawing/2014/main" id="{AAD3B2F0-1744-5D90-DA9D-9351BD5D7FE8}"/>
                  </a:ext>
                </a:extLst>
              </p:cNvPr>
              <p:cNvSpPr/>
              <p:nvPr/>
            </p:nvSpPr>
            <p:spPr>
              <a:xfrm flipH="1">
                <a:off x="4197765" y="582593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Parallelogram 130">
                <a:extLst>
                  <a:ext uri="{FF2B5EF4-FFF2-40B4-BE49-F238E27FC236}">
                    <a16:creationId xmlns:a16="http://schemas.microsoft.com/office/drawing/2014/main" id="{28F36FA4-BF0B-5AF0-56A3-F4C76850E661}"/>
                  </a:ext>
                </a:extLst>
              </p:cNvPr>
              <p:cNvSpPr/>
              <p:nvPr/>
            </p:nvSpPr>
            <p:spPr>
              <a:xfrm flipH="1">
                <a:off x="4842207" y="582593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6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Parallelogram 131">
                <a:extLst>
                  <a:ext uri="{FF2B5EF4-FFF2-40B4-BE49-F238E27FC236}">
                    <a16:creationId xmlns:a16="http://schemas.microsoft.com/office/drawing/2014/main" id="{DE561790-192E-C4B0-9FA6-2A510D58325C}"/>
                  </a:ext>
                </a:extLst>
              </p:cNvPr>
              <p:cNvSpPr/>
              <p:nvPr/>
            </p:nvSpPr>
            <p:spPr>
              <a:xfrm flipH="1">
                <a:off x="1912134" y="6207629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7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Parallelogram 132">
                <a:extLst>
                  <a:ext uri="{FF2B5EF4-FFF2-40B4-BE49-F238E27FC236}">
                    <a16:creationId xmlns:a16="http://schemas.microsoft.com/office/drawing/2014/main" id="{BF2B2A79-4782-3547-C37C-11E883058D08}"/>
                  </a:ext>
                </a:extLst>
              </p:cNvPr>
              <p:cNvSpPr/>
              <p:nvPr/>
            </p:nvSpPr>
            <p:spPr>
              <a:xfrm flipH="1">
                <a:off x="2556577" y="6207629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8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Parallelogram 133">
                <a:extLst>
                  <a:ext uri="{FF2B5EF4-FFF2-40B4-BE49-F238E27FC236}">
                    <a16:creationId xmlns:a16="http://schemas.microsoft.com/office/drawing/2014/main" id="{88BC8CFC-EC38-E4BA-2C40-904127108702}"/>
                  </a:ext>
                </a:extLst>
              </p:cNvPr>
              <p:cNvSpPr/>
              <p:nvPr/>
            </p:nvSpPr>
            <p:spPr>
              <a:xfrm flipH="1">
                <a:off x="3201020" y="6207629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Parallelogram 134">
                <a:extLst>
                  <a:ext uri="{FF2B5EF4-FFF2-40B4-BE49-F238E27FC236}">
                    <a16:creationId xmlns:a16="http://schemas.microsoft.com/office/drawing/2014/main" id="{71C18E77-D3D9-E879-0533-CEEC1E941757}"/>
                  </a:ext>
                </a:extLst>
              </p:cNvPr>
              <p:cNvSpPr/>
              <p:nvPr/>
            </p:nvSpPr>
            <p:spPr>
              <a:xfrm flipH="1">
                <a:off x="3845463" y="6207629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56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Parallelogram 135">
                <a:extLst>
                  <a:ext uri="{FF2B5EF4-FFF2-40B4-BE49-F238E27FC236}">
                    <a16:creationId xmlns:a16="http://schemas.microsoft.com/office/drawing/2014/main" id="{DA61AC92-502E-E9C6-8C12-090E8DCBFEAD}"/>
                  </a:ext>
                </a:extLst>
              </p:cNvPr>
              <p:cNvSpPr/>
              <p:nvPr/>
            </p:nvSpPr>
            <p:spPr>
              <a:xfrm flipH="1">
                <a:off x="4489906" y="6207629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>
                  <a:alpha val="4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Parallelogram 136">
                <a:extLst>
                  <a:ext uri="{FF2B5EF4-FFF2-40B4-BE49-F238E27FC236}">
                    <a16:creationId xmlns:a16="http://schemas.microsoft.com/office/drawing/2014/main" id="{81121CE5-A16A-E8E9-7AE7-3CE3457A1134}"/>
                  </a:ext>
                </a:extLst>
              </p:cNvPr>
              <p:cNvSpPr/>
              <p:nvPr/>
            </p:nvSpPr>
            <p:spPr>
              <a:xfrm flipH="1">
                <a:off x="5134348" y="6207629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4" name="Group 138">
              <a:extLst>
                <a:ext uri="{FF2B5EF4-FFF2-40B4-BE49-F238E27FC236}">
                  <a16:creationId xmlns:a16="http://schemas.microsoft.com/office/drawing/2014/main" id="{9EC3968A-B919-ABBA-65C1-092BE4DBABBB}"/>
                </a:ext>
              </a:extLst>
            </p:cNvPr>
            <p:cNvGrpSpPr/>
            <p:nvPr/>
          </p:nvGrpSpPr>
          <p:grpSpPr>
            <a:xfrm>
              <a:off x="4005061" y="3429016"/>
              <a:ext cx="4495162" cy="1988153"/>
              <a:chOff x="5554256" y="4437407"/>
              <a:chExt cx="5898859" cy="2608991"/>
            </a:xfrm>
          </p:grpSpPr>
          <p:sp>
            <p:nvSpPr>
              <p:cNvPr id="45" name="Parallelogram 8">
                <a:extLst>
                  <a:ext uri="{FF2B5EF4-FFF2-40B4-BE49-F238E27FC236}">
                    <a16:creationId xmlns:a16="http://schemas.microsoft.com/office/drawing/2014/main" id="{EA7FCE4C-95E9-83C0-E9D4-64B27E973E4B}"/>
                  </a:ext>
                </a:extLst>
              </p:cNvPr>
              <p:cNvSpPr/>
              <p:nvPr/>
            </p:nvSpPr>
            <p:spPr>
              <a:xfrm flipH="1">
                <a:off x="5554256" y="4437407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3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Parallelogram 63">
                <a:extLst>
                  <a:ext uri="{FF2B5EF4-FFF2-40B4-BE49-F238E27FC236}">
                    <a16:creationId xmlns:a16="http://schemas.microsoft.com/office/drawing/2014/main" id="{14BAEB10-FD11-6E15-9CA3-573AF60FDE23}"/>
                  </a:ext>
                </a:extLst>
              </p:cNvPr>
              <p:cNvSpPr/>
              <p:nvPr/>
            </p:nvSpPr>
            <p:spPr>
              <a:xfrm flipH="1">
                <a:off x="6198699" y="4437407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8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Parallelogram 64">
                <a:extLst>
                  <a:ext uri="{FF2B5EF4-FFF2-40B4-BE49-F238E27FC236}">
                    <a16:creationId xmlns:a16="http://schemas.microsoft.com/office/drawing/2014/main" id="{60CBD65E-0681-23D8-7DEE-742EC0A70E56}"/>
                  </a:ext>
                </a:extLst>
              </p:cNvPr>
              <p:cNvSpPr/>
              <p:nvPr/>
            </p:nvSpPr>
            <p:spPr>
              <a:xfrm flipH="1">
                <a:off x="6843142" y="4437407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67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Parallelogram 66">
                <a:extLst>
                  <a:ext uri="{FF2B5EF4-FFF2-40B4-BE49-F238E27FC236}">
                    <a16:creationId xmlns:a16="http://schemas.microsoft.com/office/drawing/2014/main" id="{9C9CC9DC-09FF-2693-172E-DC604A31BA3B}"/>
                  </a:ext>
                </a:extLst>
              </p:cNvPr>
              <p:cNvSpPr/>
              <p:nvPr/>
            </p:nvSpPr>
            <p:spPr>
              <a:xfrm flipH="1">
                <a:off x="7487585" y="4437407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7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Parallelogram 67">
                <a:extLst>
                  <a:ext uri="{FF2B5EF4-FFF2-40B4-BE49-F238E27FC236}">
                    <a16:creationId xmlns:a16="http://schemas.microsoft.com/office/drawing/2014/main" id="{1B9DEEF0-5A38-25C2-E67B-B7C14E0114C4}"/>
                  </a:ext>
                </a:extLst>
              </p:cNvPr>
              <p:cNvSpPr/>
              <p:nvPr/>
            </p:nvSpPr>
            <p:spPr>
              <a:xfrm flipH="1">
                <a:off x="8132028" y="4437407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67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Parallelogram 68">
                <a:extLst>
                  <a:ext uri="{FF2B5EF4-FFF2-40B4-BE49-F238E27FC236}">
                    <a16:creationId xmlns:a16="http://schemas.microsoft.com/office/drawing/2014/main" id="{5CA37A7D-36B3-AAFD-38EC-C633C9A9FA6D}"/>
                  </a:ext>
                </a:extLst>
              </p:cNvPr>
              <p:cNvSpPr/>
              <p:nvPr/>
            </p:nvSpPr>
            <p:spPr>
              <a:xfrm flipH="1">
                <a:off x="8776470" y="4437407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5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Parallelogram 69">
                <a:extLst>
                  <a:ext uri="{FF2B5EF4-FFF2-40B4-BE49-F238E27FC236}">
                    <a16:creationId xmlns:a16="http://schemas.microsoft.com/office/drawing/2014/main" id="{49BE365B-63BD-40A6-8466-6254C0D91310}"/>
                  </a:ext>
                </a:extLst>
              </p:cNvPr>
              <p:cNvSpPr/>
              <p:nvPr/>
            </p:nvSpPr>
            <p:spPr>
              <a:xfrm flipH="1">
                <a:off x="5908301" y="488357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5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Parallelogram 70">
                <a:extLst>
                  <a:ext uri="{FF2B5EF4-FFF2-40B4-BE49-F238E27FC236}">
                    <a16:creationId xmlns:a16="http://schemas.microsoft.com/office/drawing/2014/main" id="{B226494D-19A6-AD86-FE19-2449A07AC022}"/>
                  </a:ext>
                </a:extLst>
              </p:cNvPr>
              <p:cNvSpPr/>
              <p:nvPr/>
            </p:nvSpPr>
            <p:spPr>
              <a:xfrm flipH="1">
                <a:off x="6552744" y="488357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5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Parallelogram 71">
                <a:extLst>
                  <a:ext uri="{FF2B5EF4-FFF2-40B4-BE49-F238E27FC236}">
                    <a16:creationId xmlns:a16="http://schemas.microsoft.com/office/drawing/2014/main" id="{DF93530F-C95B-1BD4-AB2C-01EF80F1DC42}"/>
                  </a:ext>
                </a:extLst>
              </p:cNvPr>
              <p:cNvSpPr/>
              <p:nvPr/>
            </p:nvSpPr>
            <p:spPr>
              <a:xfrm flipH="1">
                <a:off x="7197187" y="488357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3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Parallelogram 72">
                <a:extLst>
                  <a:ext uri="{FF2B5EF4-FFF2-40B4-BE49-F238E27FC236}">
                    <a16:creationId xmlns:a16="http://schemas.microsoft.com/office/drawing/2014/main" id="{491E6DAD-F379-5E2A-E63C-AC6B421A8E16}"/>
                  </a:ext>
                </a:extLst>
              </p:cNvPr>
              <p:cNvSpPr/>
              <p:nvPr/>
            </p:nvSpPr>
            <p:spPr>
              <a:xfrm flipH="1">
                <a:off x="7841630" y="488357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5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Parallelogram 73">
                <a:extLst>
                  <a:ext uri="{FF2B5EF4-FFF2-40B4-BE49-F238E27FC236}">
                    <a16:creationId xmlns:a16="http://schemas.microsoft.com/office/drawing/2014/main" id="{7A9D66FA-0E9C-BB2E-2330-B5D97B75705C}"/>
                  </a:ext>
                </a:extLst>
              </p:cNvPr>
              <p:cNvSpPr/>
              <p:nvPr/>
            </p:nvSpPr>
            <p:spPr>
              <a:xfrm flipH="1">
                <a:off x="8486073" y="488357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3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Parallelogram 74">
                <a:extLst>
                  <a:ext uri="{FF2B5EF4-FFF2-40B4-BE49-F238E27FC236}">
                    <a16:creationId xmlns:a16="http://schemas.microsoft.com/office/drawing/2014/main" id="{DAE68B6E-0ABE-3995-09CA-44CAABFA41EB}"/>
                  </a:ext>
                </a:extLst>
              </p:cNvPr>
              <p:cNvSpPr/>
              <p:nvPr/>
            </p:nvSpPr>
            <p:spPr>
              <a:xfrm flipH="1">
                <a:off x="9130515" y="488357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7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Parallelogram 75">
                <a:extLst>
                  <a:ext uri="{FF2B5EF4-FFF2-40B4-BE49-F238E27FC236}">
                    <a16:creationId xmlns:a16="http://schemas.microsoft.com/office/drawing/2014/main" id="{FADC3134-2ACE-F1AB-E740-6663F22A5919}"/>
                  </a:ext>
                </a:extLst>
              </p:cNvPr>
              <p:cNvSpPr/>
              <p:nvPr/>
            </p:nvSpPr>
            <p:spPr>
              <a:xfrm flipH="1">
                <a:off x="6258849" y="5339180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67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Parallelogram 76">
                <a:extLst>
                  <a:ext uri="{FF2B5EF4-FFF2-40B4-BE49-F238E27FC236}">
                    <a16:creationId xmlns:a16="http://schemas.microsoft.com/office/drawing/2014/main" id="{A5CDDFEC-87CA-EA6F-AD4F-63CDBB0C5BCA}"/>
                  </a:ext>
                </a:extLst>
              </p:cNvPr>
              <p:cNvSpPr/>
              <p:nvPr/>
            </p:nvSpPr>
            <p:spPr>
              <a:xfrm flipH="1">
                <a:off x="6903292" y="5339180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5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Parallelogram 77">
                <a:extLst>
                  <a:ext uri="{FF2B5EF4-FFF2-40B4-BE49-F238E27FC236}">
                    <a16:creationId xmlns:a16="http://schemas.microsoft.com/office/drawing/2014/main" id="{B9FBB622-63D7-70CD-AD19-448E051F82AB}"/>
                  </a:ext>
                </a:extLst>
              </p:cNvPr>
              <p:cNvSpPr/>
              <p:nvPr/>
            </p:nvSpPr>
            <p:spPr>
              <a:xfrm flipH="1">
                <a:off x="7547735" y="5339180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7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Parallelogram 78">
                <a:extLst>
                  <a:ext uri="{FF2B5EF4-FFF2-40B4-BE49-F238E27FC236}">
                    <a16:creationId xmlns:a16="http://schemas.microsoft.com/office/drawing/2014/main" id="{16A881C1-AB37-24A6-2F27-EFD7CD662C47}"/>
                  </a:ext>
                </a:extLst>
              </p:cNvPr>
              <p:cNvSpPr/>
              <p:nvPr/>
            </p:nvSpPr>
            <p:spPr>
              <a:xfrm flipH="1">
                <a:off x="8192178" y="5339180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8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Parallelogram 79">
                <a:extLst>
                  <a:ext uri="{FF2B5EF4-FFF2-40B4-BE49-F238E27FC236}">
                    <a16:creationId xmlns:a16="http://schemas.microsoft.com/office/drawing/2014/main" id="{C3FB2C7B-817B-0FE4-78FF-24033038D0B7}"/>
                  </a:ext>
                </a:extLst>
              </p:cNvPr>
              <p:cNvSpPr/>
              <p:nvPr/>
            </p:nvSpPr>
            <p:spPr>
              <a:xfrm flipH="1">
                <a:off x="8836621" y="5339180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5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Parallelogram 80">
                <a:extLst>
                  <a:ext uri="{FF2B5EF4-FFF2-40B4-BE49-F238E27FC236}">
                    <a16:creationId xmlns:a16="http://schemas.microsoft.com/office/drawing/2014/main" id="{DFA1D259-A387-8A2B-E685-2AD81FCA4F1F}"/>
                  </a:ext>
                </a:extLst>
              </p:cNvPr>
              <p:cNvSpPr/>
              <p:nvPr/>
            </p:nvSpPr>
            <p:spPr>
              <a:xfrm flipH="1">
                <a:off x="9481063" y="5339180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8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Parallelogram 81">
                <a:extLst>
                  <a:ext uri="{FF2B5EF4-FFF2-40B4-BE49-F238E27FC236}">
                    <a16:creationId xmlns:a16="http://schemas.microsoft.com/office/drawing/2014/main" id="{0C4D6333-1FBF-692B-8AE1-457474CC0874}"/>
                  </a:ext>
                </a:extLst>
              </p:cNvPr>
              <p:cNvSpPr/>
              <p:nvPr/>
            </p:nvSpPr>
            <p:spPr>
              <a:xfrm flipH="1">
                <a:off x="6607889" y="5786856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5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Parallelogram 82">
                <a:extLst>
                  <a:ext uri="{FF2B5EF4-FFF2-40B4-BE49-F238E27FC236}">
                    <a16:creationId xmlns:a16="http://schemas.microsoft.com/office/drawing/2014/main" id="{9BE4CCD1-3362-FB3D-C6C0-D9A94F030A8A}"/>
                  </a:ext>
                </a:extLst>
              </p:cNvPr>
              <p:cNvSpPr/>
              <p:nvPr/>
            </p:nvSpPr>
            <p:spPr>
              <a:xfrm flipH="1">
                <a:off x="7252332" y="5786856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3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Parallelogram 83">
                <a:extLst>
                  <a:ext uri="{FF2B5EF4-FFF2-40B4-BE49-F238E27FC236}">
                    <a16:creationId xmlns:a16="http://schemas.microsoft.com/office/drawing/2014/main" id="{45DB9456-21F3-A543-5FCC-DE96211C6678}"/>
                  </a:ext>
                </a:extLst>
              </p:cNvPr>
              <p:cNvSpPr/>
              <p:nvPr/>
            </p:nvSpPr>
            <p:spPr>
              <a:xfrm flipH="1">
                <a:off x="7896775" y="5786856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5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Parallelogram 84">
                <a:extLst>
                  <a:ext uri="{FF2B5EF4-FFF2-40B4-BE49-F238E27FC236}">
                    <a16:creationId xmlns:a16="http://schemas.microsoft.com/office/drawing/2014/main" id="{4AA3CB4B-92A2-D491-2BFA-A1D0175142C2}"/>
                  </a:ext>
                </a:extLst>
              </p:cNvPr>
              <p:cNvSpPr/>
              <p:nvPr/>
            </p:nvSpPr>
            <p:spPr>
              <a:xfrm flipH="1">
                <a:off x="8541218" y="5786856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3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Parallelogram 85">
                <a:extLst>
                  <a:ext uri="{FF2B5EF4-FFF2-40B4-BE49-F238E27FC236}">
                    <a16:creationId xmlns:a16="http://schemas.microsoft.com/office/drawing/2014/main" id="{43AD9C25-6039-8AD8-8F38-C3D015DB43AF}"/>
                  </a:ext>
                </a:extLst>
              </p:cNvPr>
              <p:cNvSpPr/>
              <p:nvPr/>
            </p:nvSpPr>
            <p:spPr>
              <a:xfrm flipH="1">
                <a:off x="9185661" y="5786856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5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Parallelogram 86">
                <a:extLst>
                  <a:ext uri="{FF2B5EF4-FFF2-40B4-BE49-F238E27FC236}">
                    <a16:creationId xmlns:a16="http://schemas.microsoft.com/office/drawing/2014/main" id="{43766A25-8968-9B86-CB0B-D1D7ECDA124E}"/>
                  </a:ext>
                </a:extLst>
              </p:cNvPr>
              <p:cNvSpPr/>
              <p:nvPr/>
            </p:nvSpPr>
            <p:spPr>
              <a:xfrm flipH="1">
                <a:off x="9830103" y="5786856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3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Parallelogram 87">
                <a:extLst>
                  <a:ext uri="{FF2B5EF4-FFF2-40B4-BE49-F238E27FC236}">
                    <a16:creationId xmlns:a16="http://schemas.microsoft.com/office/drawing/2014/main" id="{2E5AE996-576F-FF50-A222-12874EA30269}"/>
                  </a:ext>
                </a:extLst>
              </p:cNvPr>
              <p:cNvSpPr/>
              <p:nvPr/>
            </p:nvSpPr>
            <p:spPr>
              <a:xfrm flipH="1">
                <a:off x="6960191" y="622304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8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Parallelogram 88">
                <a:extLst>
                  <a:ext uri="{FF2B5EF4-FFF2-40B4-BE49-F238E27FC236}">
                    <a16:creationId xmlns:a16="http://schemas.microsoft.com/office/drawing/2014/main" id="{D08807C2-4451-B2B3-B564-FF7612CF7746}"/>
                  </a:ext>
                </a:extLst>
              </p:cNvPr>
              <p:cNvSpPr/>
              <p:nvPr/>
            </p:nvSpPr>
            <p:spPr>
              <a:xfrm flipH="1">
                <a:off x="7604634" y="622304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67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Parallelogram 89">
                <a:extLst>
                  <a:ext uri="{FF2B5EF4-FFF2-40B4-BE49-F238E27FC236}">
                    <a16:creationId xmlns:a16="http://schemas.microsoft.com/office/drawing/2014/main" id="{396DF704-4BC3-706F-923F-A9B2E9A90D84}"/>
                  </a:ext>
                </a:extLst>
              </p:cNvPr>
              <p:cNvSpPr/>
              <p:nvPr/>
            </p:nvSpPr>
            <p:spPr>
              <a:xfrm flipH="1">
                <a:off x="8249077" y="622304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5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Parallelogram 90">
                <a:extLst>
                  <a:ext uri="{FF2B5EF4-FFF2-40B4-BE49-F238E27FC236}">
                    <a16:creationId xmlns:a16="http://schemas.microsoft.com/office/drawing/2014/main" id="{1396DAA5-705C-8B97-3C36-BB1587389066}"/>
                  </a:ext>
                </a:extLst>
              </p:cNvPr>
              <p:cNvSpPr/>
              <p:nvPr/>
            </p:nvSpPr>
            <p:spPr>
              <a:xfrm flipH="1">
                <a:off x="8893520" y="622304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67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Parallelogram 91">
                <a:extLst>
                  <a:ext uri="{FF2B5EF4-FFF2-40B4-BE49-F238E27FC236}">
                    <a16:creationId xmlns:a16="http://schemas.microsoft.com/office/drawing/2014/main" id="{4971D159-914D-4365-1A21-BE45E404C33B}"/>
                  </a:ext>
                </a:extLst>
              </p:cNvPr>
              <p:cNvSpPr/>
              <p:nvPr/>
            </p:nvSpPr>
            <p:spPr>
              <a:xfrm flipH="1">
                <a:off x="9537963" y="622304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5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Parallelogram 92">
                <a:extLst>
                  <a:ext uri="{FF2B5EF4-FFF2-40B4-BE49-F238E27FC236}">
                    <a16:creationId xmlns:a16="http://schemas.microsoft.com/office/drawing/2014/main" id="{5E73EC15-98AE-5CC6-1237-5A1343C48BB5}"/>
                  </a:ext>
                </a:extLst>
              </p:cNvPr>
              <p:cNvSpPr/>
              <p:nvPr/>
            </p:nvSpPr>
            <p:spPr>
              <a:xfrm flipH="1">
                <a:off x="10182405" y="6223048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7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Parallelogram 93">
                <a:extLst>
                  <a:ext uri="{FF2B5EF4-FFF2-40B4-BE49-F238E27FC236}">
                    <a16:creationId xmlns:a16="http://schemas.microsoft.com/office/drawing/2014/main" id="{84A8218C-0633-4914-C188-AC077AB71EAB}"/>
                  </a:ext>
                </a:extLst>
              </p:cNvPr>
              <p:cNvSpPr/>
              <p:nvPr/>
            </p:nvSpPr>
            <p:spPr>
              <a:xfrm flipH="1">
                <a:off x="7252332" y="6604739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5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Parallelogram 94">
                <a:extLst>
                  <a:ext uri="{FF2B5EF4-FFF2-40B4-BE49-F238E27FC236}">
                    <a16:creationId xmlns:a16="http://schemas.microsoft.com/office/drawing/2014/main" id="{FBDA3E67-72A4-8997-AB54-399654FEA3B4}"/>
                  </a:ext>
                </a:extLst>
              </p:cNvPr>
              <p:cNvSpPr/>
              <p:nvPr/>
            </p:nvSpPr>
            <p:spPr>
              <a:xfrm flipH="1">
                <a:off x="7896775" y="6604739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7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Parallelogram 95">
                <a:extLst>
                  <a:ext uri="{FF2B5EF4-FFF2-40B4-BE49-F238E27FC236}">
                    <a16:creationId xmlns:a16="http://schemas.microsoft.com/office/drawing/2014/main" id="{FDAE77D9-F387-15AE-FC22-1188EF1DC171}"/>
                  </a:ext>
                </a:extLst>
              </p:cNvPr>
              <p:cNvSpPr/>
              <p:nvPr/>
            </p:nvSpPr>
            <p:spPr>
              <a:xfrm flipH="1">
                <a:off x="8541218" y="6604739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50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Parallelogram 96">
                <a:extLst>
                  <a:ext uri="{FF2B5EF4-FFF2-40B4-BE49-F238E27FC236}">
                    <a16:creationId xmlns:a16="http://schemas.microsoft.com/office/drawing/2014/main" id="{47D808F6-737C-D7E8-45AE-F8E99D7AF265}"/>
                  </a:ext>
                </a:extLst>
              </p:cNvPr>
              <p:cNvSpPr/>
              <p:nvPr/>
            </p:nvSpPr>
            <p:spPr>
              <a:xfrm flipH="1">
                <a:off x="9185661" y="6604739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3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Parallelogram 97">
                <a:extLst>
                  <a:ext uri="{FF2B5EF4-FFF2-40B4-BE49-F238E27FC236}">
                    <a16:creationId xmlns:a16="http://schemas.microsoft.com/office/drawing/2014/main" id="{D45FFBF9-7CE5-A349-F8AB-51F28A830732}"/>
                  </a:ext>
                </a:extLst>
              </p:cNvPr>
              <p:cNvSpPr/>
              <p:nvPr/>
            </p:nvSpPr>
            <p:spPr>
              <a:xfrm flipH="1">
                <a:off x="9830104" y="6604739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67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Parallelogram 98">
                <a:extLst>
                  <a:ext uri="{FF2B5EF4-FFF2-40B4-BE49-F238E27FC236}">
                    <a16:creationId xmlns:a16="http://schemas.microsoft.com/office/drawing/2014/main" id="{5F5B3122-5F0C-827D-4516-E6BE88662279}"/>
                  </a:ext>
                </a:extLst>
              </p:cNvPr>
              <p:cNvSpPr/>
              <p:nvPr/>
            </p:nvSpPr>
            <p:spPr>
              <a:xfrm flipH="1">
                <a:off x="10474546" y="6604739"/>
                <a:ext cx="978569" cy="441659"/>
              </a:xfrm>
              <a:prstGeom prst="parallelogram">
                <a:avLst>
                  <a:gd name="adj" fmla="val 78117"/>
                </a:avLst>
              </a:prstGeom>
              <a:solidFill>
                <a:schemeClr val="accent1">
                  <a:alpha val="85000"/>
                </a:schemeClr>
              </a:solidFill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" name="Group 23">
              <a:extLst>
                <a:ext uri="{FF2B5EF4-FFF2-40B4-BE49-F238E27FC236}">
                  <a16:creationId xmlns:a16="http://schemas.microsoft.com/office/drawing/2014/main" id="{A67F291F-73C3-5B63-A5D9-578113BE7379}"/>
                </a:ext>
              </a:extLst>
            </p:cNvPr>
            <p:cNvGrpSpPr/>
            <p:nvPr/>
          </p:nvGrpSpPr>
          <p:grpSpPr>
            <a:xfrm>
              <a:off x="4013992" y="3043403"/>
              <a:ext cx="4477300" cy="1966652"/>
              <a:chOff x="2454443" y="3443041"/>
              <a:chExt cx="5875420" cy="2580776"/>
            </a:xfrm>
          </p:grpSpPr>
          <p:sp>
            <p:nvSpPr>
              <p:cNvPr id="82" name="Parallelogram 3">
                <a:extLst>
                  <a:ext uri="{FF2B5EF4-FFF2-40B4-BE49-F238E27FC236}">
                    <a16:creationId xmlns:a16="http://schemas.microsoft.com/office/drawing/2014/main" id="{AFB5843F-2B50-4EBC-98A6-4E8BDFC587E8}"/>
                  </a:ext>
                </a:extLst>
              </p:cNvPr>
              <p:cNvSpPr/>
              <p:nvPr/>
            </p:nvSpPr>
            <p:spPr>
              <a:xfrm flipH="1">
                <a:off x="2454443" y="3449058"/>
                <a:ext cx="5875420" cy="2574759"/>
              </a:xfrm>
              <a:prstGeom prst="parallelogram">
                <a:avLst>
                  <a:gd name="adj" fmla="val 78117"/>
                </a:avLst>
              </a:prstGeom>
              <a:solidFill>
                <a:srgbClr val="996633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83" name="Straight Connector 10">
                <a:extLst>
                  <a:ext uri="{FF2B5EF4-FFF2-40B4-BE49-F238E27FC236}">
                    <a16:creationId xmlns:a16="http://schemas.microsoft.com/office/drawing/2014/main" id="{D06AE2C2-9E2E-D25C-9F12-08B6BE2C21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6074" y="3443041"/>
                <a:ext cx="2053390" cy="2578768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11">
                <a:extLst>
                  <a:ext uri="{FF2B5EF4-FFF2-40B4-BE49-F238E27FC236}">
                    <a16:creationId xmlns:a16="http://schemas.microsoft.com/office/drawing/2014/main" id="{207B191F-9C50-7A34-2551-247019C923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4275" y="3443041"/>
                <a:ext cx="2053390" cy="2578768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12">
                <a:extLst>
                  <a:ext uri="{FF2B5EF4-FFF2-40B4-BE49-F238E27FC236}">
                    <a16:creationId xmlns:a16="http://schemas.microsoft.com/office/drawing/2014/main" id="{138D31A1-A954-9CEC-884E-89986C3E70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2476" y="3443041"/>
                <a:ext cx="2053390" cy="2578768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13">
                <a:extLst>
                  <a:ext uri="{FF2B5EF4-FFF2-40B4-BE49-F238E27FC236}">
                    <a16:creationId xmlns:a16="http://schemas.microsoft.com/office/drawing/2014/main" id="{D367040C-48FE-39AF-AFED-C7403A7DB9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0677" y="3443041"/>
                <a:ext cx="2053390" cy="2578768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14">
                <a:extLst>
                  <a:ext uri="{FF2B5EF4-FFF2-40B4-BE49-F238E27FC236}">
                    <a16:creationId xmlns:a16="http://schemas.microsoft.com/office/drawing/2014/main" id="{1F5A1CDF-BBD2-8B8B-66C4-69AF3CF75E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8878" y="3443041"/>
                <a:ext cx="2053390" cy="2578768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16">
                <a:extLst>
                  <a:ext uri="{FF2B5EF4-FFF2-40B4-BE49-F238E27FC236}">
                    <a16:creationId xmlns:a16="http://schemas.microsoft.com/office/drawing/2014/main" id="{4F8B6067-065A-60C0-78E6-A7F36C7C68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7923" y="3890717"/>
                <a:ext cx="3846095" cy="3008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19">
                <a:extLst>
                  <a:ext uri="{FF2B5EF4-FFF2-40B4-BE49-F238E27FC236}">
                    <a16:creationId xmlns:a16="http://schemas.microsoft.com/office/drawing/2014/main" id="{11C22A1B-5468-FD28-B0D3-D88C3BF0B5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8235" y="4342904"/>
                <a:ext cx="3846095" cy="3008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20">
                <a:extLst>
                  <a:ext uri="{FF2B5EF4-FFF2-40B4-BE49-F238E27FC236}">
                    <a16:creationId xmlns:a16="http://schemas.microsoft.com/office/drawing/2014/main" id="{943413A5-D7B9-C38F-E400-F6D5ECE5CF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199" y="4792083"/>
                <a:ext cx="3846095" cy="3008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21">
                <a:extLst>
                  <a:ext uri="{FF2B5EF4-FFF2-40B4-BE49-F238E27FC236}">
                    <a16:creationId xmlns:a16="http://schemas.microsoft.com/office/drawing/2014/main" id="{83AFE7E7-1042-C323-F1E5-71262EC848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91953" y="5179348"/>
                <a:ext cx="3846095" cy="3008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22">
                <a:extLst>
                  <a:ext uri="{FF2B5EF4-FFF2-40B4-BE49-F238E27FC236}">
                    <a16:creationId xmlns:a16="http://schemas.microsoft.com/office/drawing/2014/main" id="{557B5E44-ED44-67E5-36C9-76A2FFEC92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4324" y="5558847"/>
                <a:ext cx="3846095" cy="3008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3" name="Parallelogram 50">
              <a:extLst>
                <a:ext uri="{FF2B5EF4-FFF2-40B4-BE49-F238E27FC236}">
                  <a16:creationId xmlns:a16="http://schemas.microsoft.com/office/drawing/2014/main" id="{898065B5-D136-001A-62E2-159712549C99}"/>
                </a:ext>
              </a:extLst>
            </p:cNvPr>
            <p:cNvSpPr/>
            <p:nvPr/>
          </p:nvSpPr>
          <p:spPr>
            <a:xfrm flipH="1">
              <a:off x="4008830" y="1978835"/>
              <a:ext cx="4477300" cy="1962067"/>
            </a:xfrm>
            <a:prstGeom prst="parallelogram">
              <a:avLst>
                <a:gd name="adj" fmla="val 78117"/>
              </a:avLst>
            </a:prstGeom>
            <a:gradFill>
              <a:gsLst>
                <a:gs pos="0">
                  <a:schemeClr val="bg1">
                    <a:alpha val="50000"/>
                  </a:schemeClr>
                </a:gs>
                <a:gs pos="38000">
                  <a:srgbClr val="FFFF00">
                    <a:alpha val="50000"/>
                  </a:srgbClr>
                </a:gs>
                <a:gs pos="69000">
                  <a:srgbClr val="FFC000">
                    <a:alpha val="50000"/>
                  </a:srgbClr>
                </a:gs>
                <a:gs pos="100000">
                  <a:srgbClr val="FF0000">
                    <a:alpha val="50000"/>
                  </a:srgbClr>
                </a:gs>
              </a:gsLst>
              <a:lin ang="7800000" scaled="0"/>
            </a:gradFill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Parallelogram 7">
              <a:extLst>
                <a:ext uri="{FF2B5EF4-FFF2-40B4-BE49-F238E27FC236}">
                  <a16:creationId xmlns:a16="http://schemas.microsoft.com/office/drawing/2014/main" id="{34C0F24C-4A0B-A2AC-D17D-65A0AE40E353}"/>
                </a:ext>
              </a:extLst>
            </p:cNvPr>
            <p:cNvSpPr/>
            <p:nvPr/>
          </p:nvSpPr>
          <p:spPr>
            <a:xfrm flipH="1">
              <a:off x="4008830" y="1687157"/>
              <a:ext cx="4477300" cy="1962067"/>
            </a:xfrm>
            <a:prstGeom prst="parallelogram">
              <a:avLst>
                <a:gd name="adj" fmla="val 78117"/>
              </a:avLst>
            </a:prstGeom>
            <a:solidFill>
              <a:srgbClr val="0F9ED5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5" name="Straight Connector 140">
              <a:extLst>
                <a:ext uri="{FF2B5EF4-FFF2-40B4-BE49-F238E27FC236}">
                  <a16:creationId xmlns:a16="http://schemas.microsoft.com/office/drawing/2014/main" id="{2C1ACA51-A588-720C-D5AA-9759A0D9E0E6}"/>
                </a:ext>
              </a:extLst>
            </p:cNvPr>
            <p:cNvCxnSpPr>
              <a:cxnSpLocks/>
            </p:cNvCxnSpPr>
            <p:nvPr/>
          </p:nvCxnSpPr>
          <p:spPr>
            <a:xfrm>
              <a:off x="4008830" y="4232578"/>
              <a:ext cx="1562039" cy="19957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142">
              <a:extLst>
                <a:ext uri="{FF2B5EF4-FFF2-40B4-BE49-F238E27FC236}">
                  <a16:creationId xmlns:a16="http://schemas.microsoft.com/office/drawing/2014/main" id="{267A56A7-432D-7CD8-14C0-1ADE77150FA1}"/>
                </a:ext>
              </a:extLst>
            </p:cNvPr>
            <p:cNvCxnSpPr>
              <a:cxnSpLocks/>
            </p:cNvCxnSpPr>
            <p:nvPr/>
          </p:nvCxnSpPr>
          <p:spPr>
            <a:xfrm>
              <a:off x="5570869" y="6228330"/>
              <a:ext cx="29462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145">
              <a:extLst>
                <a:ext uri="{FF2B5EF4-FFF2-40B4-BE49-F238E27FC236}">
                  <a16:creationId xmlns:a16="http://schemas.microsoft.com/office/drawing/2014/main" id="{301AC162-FCDA-D21D-37E0-D238D5532F83}"/>
                </a:ext>
              </a:extLst>
            </p:cNvPr>
            <p:cNvCxnSpPr>
              <a:cxnSpLocks/>
            </p:cNvCxnSpPr>
            <p:nvPr/>
          </p:nvCxnSpPr>
          <p:spPr>
            <a:xfrm>
              <a:off x="4008831" y="4232579"/>
              <a:ext cx="1045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147">
              <a:extLst>
                <a:ext uri="{FF2B5EF4-FFF2-40B4-BE49-F238E27FC236}">
                  <a16:creationId xmlns:a16="http://schemas.microsoft.com/office/drawing/2014/main" id="{824945A0-3BF6-D4E7-58F5-78DDAE92F114}"/>
                </a:ext>
              </a:extLst>
            </p:cNvPr>
            <p:cNvCxnSpPr>
              <a:cxnSpLocks/>
            </p:cNvCxnSpPr>
            <p:nvPr/>
          </p:nvCxnSpPr>
          <p:spPr>
            <a:xfrm>
              <a:off x="4231979" y="4517686"/>
              <a:ext cx="1045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148">
              <a:extLst>
                <a:ext uri="{FF2B5EF4-FFF2-40B4-BE49-F238E27FC236}">
                  <a16:creationId xmlns:a16="http://schemas.microsoft.com/office/drawing/2014/main" id="{085927F6-09E7-A01B-2FF2-B0AB004F8AA8}"/>
                </a:ext>
              </a:extLst>
            </p:cNvPr>
            <p:cNvCxnSpPr>
              <a:cxnSpLocks/>
            </p:cNvCxnSpPr>
            <p:nvPr/>
          </p:nvCxnSpPr>
          <p:spPr>
            <a:xfrm>
              <a:off x="4455128" y="4802793"/>
              <a:ext cx="1045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149">
              <a:extLst>
                <a:ext uri="{FF2B5EF4-FFF2-40B4-BE49-F238E27FC236}">
                  <a16:creationId xmlns:a16="http://schemas.microsoft.com/office/drawing/2014/main" id="{A72BFF23-BF18-0E4E-B996-E2F1BB35C15F}"/>
                </a:ext>
              </a:extLst>
            </p:cNvPr>
            <p:cNvCxnSpPr>
              <a:cxnSpLocks/>
            </p:cNvCxnSpPr>
            <p:nvPr/>
          </p:nvCxnSpPr>
          <p:spPr>
            <a:xfrm>
              <a:off x="4678277" y="5087900"/>
              <a:ext cx="1045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50">
              <a:extLst>
                <a:ext uri="{FF2B5EF4-FFF2-40B4-BE49-F238E27FC236}">
                  <a16:creationId xmlns:a16="http://schemas.microsoft.com/office/drawing/2014/main" id="{0D442438-6845-BA7B-608D-46D75F979AA6}"/>
                </a:ext>
              </a:extLst>
            </p:cNvPr>
            <p:cNvCxnSpPr>
              <a:cxnSpLocks/>
            </p:cNvCxnSpPr>
            <p:nvPr/>
          </p:nvCxnSpPr>
          <p:spPr>
            <a:xfrm>
              <a:off x="4901426" y="5373007"/>
              <a:ext cx="1045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51">
              <a:extLst>
                <a:ext uri="{FF2B5EF4-FFF2-40B4-BE49-F238E27FC236}">
                  <a16:creationId xmlns:a16="http://schemas.microsoft.com/office/drawing/2014/main" id="{25D1FAAE-D981-FC75-2565-BBBC53DB7CA3}"/>
                </a:ext>
              </a:extLst>
            </p:cNvPr>
            <p:cNvCxnSpPr>
              <a:cxnSpLocks/>
            </p:cNvCxnSpPr>
            <p:nvPr/>
          </p:nvCxnSpPr>
          <p:spPr>
            <a:xfrm>
              <a:off x="5124574" y="5658114"/>
              <a:ext cx="1045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52">
              <a:extLst>
                <a:ext uri="{FF2B5EF4-FFF2-40B4-BE49-F238E27FC236}">
                  <a16:creationId xmlns:a16="http://schemas.microsoft.com/office/drawing/2014/main" id="{E5D99D2B-7699-0C3D-BA18-F159A7B58FC7}"/>
                </a:ext>
              </a:extLst>
            </p:cNvPr>
            <p:cNvCxnSpPr>
              <a:cxnSpLocks/>
            </p:cNvCxnSpPr>
            <p:nvPr/>
          </p:nvCxnSpPr>
          <p:spPr>
            <a:xfrm>
              <a:off x="5347723" y="5943221"/>
              <a:ext cx="1045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60">
              <a:extLst>
                <a:ext uri="{FF2B5EF4-FFF2-40B4-BE49-F238E27FC236}">
                  <a16:creationId xmlns:a16="http://schemas.microsoft.com/office/drawing/2014/main" id="{7B72EA4D-7C36-73BC-87A6-2A642BE5D9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2596" y="6163438"/>
              <a:ext cx="49321" cy="648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61">
              <a:extLst>
                <a:ext uri="{FF2B5EF4-FFF2-40B4-BE49-F238E27FC236}">
                  <a16:creationId xmlns:a16="http://schemas.microsoft.com/office/drawing/2014/main" id="{F819D54D-E1C3-319A-6D76-17D17148AC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03644" y="6163438"/>
              <a:ext cx="49321" cy="648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62">
              <a:extLst>
                <a:ext uri="{FF2B5EF4-FFF2-40B4-BE49-F238E27FC236}">
                  <a16:creationId xmlns:a16="http://schemas.microsoft.com/office/drawing/2014/main" id="{5A2B9C48-5AC8-37F8-F202-88C9EA4351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94692" y="6163438"/>
              <a:ext cx="49321" cy="648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63">
              <a:extLst>
                <a:ext uri="{FF2B5EF4-FFF2-40B4-BE49-F238E27FC236}">
                  <a16:creationId xmlns:a16="http://schemas.microsoft.com/office/drawing/2014/main" id="{997AEE83-4070-3D52-4C4B-C0E220E3FE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85741" y="6163438"/>
              <a:ext cx="49321" cy="648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64">
              <a:extLst>
                <a:ext uri="{FF2B5EF4-FFF2-40B4-BE49-F238E27FC236}">
                  <a16:creationId xmlns:a16="http://schemas.microsoft.com/office/drawing/2014/main" id="{E176DA39-C05C-30C5-E2C5-1DAD1447C2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6789" y="6163438"/>
              <a:ext cx="49321" cy="648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65">
              <a:extLst>
                <a:ext uri="{FF2B5EF4-FFF2-40B4-BE49-F238E27FC236}">
                  <a16:creationId xmlns:a16="http://schemas.microsoft.com/office/drawing/2014/main" id="{E3005258-20DD-2098-B6FC-43952F36AC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7837" y="6163438"/>
              <a:ext cx="49321" cy="648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66">
              <a:extLst>
                <a:ext uri="{FF2B5EF4-FFF2-40B4-BE49-F238E27FC236}">
                  <a16:creationId xmlns:a16="http://schemas.microsoft.com/office/drawing/2014/main" id="{AD51497D-52F4-5A26-BBE4-69FD9AE695BE}"/>
                </a:ext>
              </a:extLst>
            </p:cNvPr>
            <p:cNvSpPr txBox="1"/>
            <p:nvPr/>
          </p:nvSpPr>
          <p:spPr>
            <a:xfrm>
              <a:off x="8544786" y="6087608"/>
              <a:ext cx="511673" cy="534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en-NL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TextBox 167">
              <a:extLst>
                <a:ext uri="{FF2B5EF4-FFF2-40B4-BE49-F238E27FC236}">
                  <a16:creationId xmlns:a16="http://schemas.microsoft.com/office/drawing/2014/main" id="{8002316E-5C56-4EB7-F350-CDA08FC63478}"/>
                </a:ext>
              </a:extLst>
            </p:cNvPr>
            <p:cNvSpPr txBox="1"/>
            <p:nvPr/>
          </p:nvSpPr>
          <p:spPr>
            <a:xfrm>
              <a:off x="3822674" y="3951133"/>
              <a:ext cx="499788" cy="534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en-NL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2" name="Straight Connector 169">
              <a:extLst>
                <a:ext uri="{FF2B5EF4-FFF2-40B4-BE49-F238E27FC236}">
                  <a16:creationId xmlns:a16="http://schemas.microsoft.com/office/drawing/2014/main" id="{DE45BFB5-6906-6B16-23DE-596B1D8731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6317" y="821239"/>
              <a:ext cx="0" cy="6912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Diamond 173">
              <a:extLst>
                <a:ext uri="{FF2B5EF4-FFF2-40B4-BE49-F238E27FC236}">
                  <a16:creationId xmlns:a16="http://schemas.microsoft.com/office/drawing/2014/main" id="{8F4FD542-9D69-78CD-C1E3-AEBA71FB66C9}"/>
                </a:ext>
              </a:extLst>
            </p:cNvPr>
            <p:cNvSpPr/>
            <p:nvPr/>
          </p:nvSpPr>
          <p:spPr>
            <a:xfrm>
              <a:off x="4939420" y="378820"/>
              <a:ext cx="213793" cy="406472"/>
            </a:xfrm>
            <a:prstGeom prst="diamond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TextBox 175">
              <a:extLst>
                <a:ext uri="{FF2B5EF4-FFF2-40B4-BE49-F238E27FC236}">
                  <a16:creationId xmlns:a16="http://schemas.microsoft.com/office/drawing/2014/main" id="{9947C8EF-F775-7DC6-3157-409757B2B524}"/>
                </a:ext>
              </a:extLst>
            </p:cNvPr>
            <p:cNvSpPr txBox="1"/>
            <p:nvPr/>
          </p:nvSpPr>
          <p:spPr>
            <a:xfrm>
              <a:off x="5153214" y="333284"/>
              <a:ext cx="3590023" cy="879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Agent</a:t>
              </a:r>
            </a:p>
            <a:p>
              <a:r>
                <a:rPr lang="en-GB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Singular position: [X, Y, …]</a:t>
              </a:r>
              <a:endParaRPr lang="en-NL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TextBox 176">
              <a:extLst>
                <a:ext uri="{FF2B5EF4-FFF2-40B4-BE49-F238E27FC236}">
                  <a16:creationId xmlns:a16="http://schemas.microsoft.com/office/drawing/2014/main" id="{539DBF0C-5FC0-EFC3-AF6E-E154A1D7625F}"/>
                </a:ext>
              </a:extLst>
            </p:cNvPr>
            <p:cNvSpPr txBox="1"/>
            <p:nvPr/>
          </p:nvSpPr>
          <p:spPr>
            <a:xfrm>
              <a:off x="927949" y="925025"/>
              <a:ext cx="2679372" cy="1916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Space</a:t>
              </a:r>
            </a:p>
            <a:p>
              <a:pPr algn="r"/>
              <a:r>
                <a:rPr lang="en-GB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Continuous or discrete</a:t>
              </a:r>
            </a:p>
            <a:p>
              <a:pPr algn="r"/>
              <a:r>
                <a:rPr lang="en-GB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One or multiple properties</a:t>
              </a:r>
              <a:endParaRPr lang="en-NL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TextBox 177">
              <a:extLst>
                <a:ext uri="{FF2B5EF4-FFF2-40B4-BE49-F238E27FC236}">
                  <a16:creationId xmlns:a16="http://schemas.microsoft.com/office/drawing/2014/main" id="{C253B8EF-1E4C-A76A-A4DD-32565B3503D7}"/>
                </a:ext>
              </a:extLst>
            </p:cNvPr>
            <p:cNvSpPr txBox="1"/>
            <p:nvPr/>
          </p:nvSpPr>
          <p:spPr>
            <a:xfrm>
              <a:off x="4432425" y="6243271"/>
              <a:ext cx="3792077" cy="534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Unified coordinate system</a:t>
              </a:r>
            </a:p>
          </p:txBody>
        </p:sp>
        <p:sp>
          <p:nvSpPr>
            <p:cNvPr id="117" name="TextBox 178">
              <a:extLst>
                <a:ext uri="{FF2B5EF4-FFF2-40B4-BE49-F238E27FC236}">
                  <a16:creationId xmlns:a16="http://schemas.microsoft.com/office/drawing/2014/main" id="{96D87CE5-47D5-C90E-565A-2454D30096AD}"/>
                </a:ext>
              </a:extLst>
            </p:cNvPr>
            <p:cNvSpPr txBox="1"/>
            <p:nvPr/>
          </p:nvSpPr>
          <p:spPr>
            <a:xfrm>
              <a:off x="8445605" y="1662125"/>
              <a:ext cx="2741915" cy="1916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Air</a:t>
              </a:r>
            </a:p>
            <a:p>
              <a:r>
                <a:rPr lang="en-GB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Continuous space</a:t>
              </a:r>
            </a:p>
            <a:p>
              <a:r>
                <a:rPr lang="en-GB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Temperature property (continuous) </a:t>
              </a:r>
              <a:endParaRPr lang="en-NL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TextBox 179">
              <a:extLst>
                <a:ext uri="{FF2B5EF4-FFF2-40B4-BE49-F238E27FC236}">
                  <a16:creationId xmlns:a16="http://schemas.microsoft.com/office/drawing/2014/main" id="{A0289FB5-3C71-CE62-3E68-804511CF45F7}"/>
                </a:ext>
              </a:extLst>
            </p:cNvPr>
            <p:cNvSpPr txBox="1"/>
            <p:nvPr/>
          </p:nvSpPr>
          <p:spPr>
            <a:xfrm>
              <a:off x="8544784" y="3702540"/>
              <a:ext cx="2961849" cy="2607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Soil</a:t>
              </a:r>
            </a:p>
            <a:p>
              <a:r>
                <a:rPr lang="en-GB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Grid space</a:t>
              </a:r>
            </a:p>
            <a:p>
              <a:r>
                <a:rPr lang="en-GB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Moisture property (grid)</a:t>
              </a:r>
            </a:p>
            <a:p>
              <a:r>
                <a:rPr lang="en-GB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Fertility property (grid) </a:t>
              </a:r>
            </a:p>
            <a:p>
              <a:endParaRPr lang="en-GB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TextBox 181">
              <a:extLst>
                <a:ext uri="{FF2B5EF4-FFF2-40B4-BE49-F238E27FC236}">
                  <a16:creationId xmlns:a16="http://schemas.microsoft.com/office/drawing/2014/main" id="{B5ACF260-A9D3-FEAC-C18D-C11CE549B19F}"/>
                </a:ext>
              </a:extLst>
            </p:cNvPr>
            <p:cNvSpPr txBox="1"/>
            <p:nvPr/>
          </p:nvSpPr>
          <p:spPr>
            <a:xfrm>
              <a:off x="1416752" y="3309734"/>
              <a:ext cx="2228199" cy="2261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Property</a:t>
              </a:r>
            </a:p>
            <a:p>
              <a:pPr algn="r"/>
              <a:r>
                <a:rPr lang="en-GB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Has same “resolution”</a:t>
              </a:r>
              <a:br>
                <a:rPr lang="en-GB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GB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as accompanying space</a:t>
              </a:r>
            </a:p>
          </p:txBody>
        </p:sp>
        <p:cxnSp>
          <p:nvCxnSpPr>
            <p:cNvPr id="121" name="Straight Connector 183">
              <a:extLst>
                <a:ext uri="{FF2B5EF4-FFF2-40B4-BE49-F238E27FC236}">
                  <a16:creationId xmlns:a16="http://schemas.microsoft.com/office/drawing/2014/main" id="{4E9C4EF6-D0D0-E67F-E6D6-A67B7FF63122}"/>
                </a:ext>
              </a:extLst>
            </p:cNvPr>
            <p:cNvCxnSpPr/>
            <p:nvPr/>
          </p:nvCxnSpPr>
          <p:spPr>
            <a:xfrm>
              <a:off x="3607320" y="1687157"/>
              <a:ext cx="27758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Connector 184">
              <a:extLst>
                <a:ext uri="{FF2B5EF4-FFF2-40B4-BE49-F238E27FC236}">
                  <a16:creationId xmlns:a16="http://schemas.microsoft.com/office/drawing/2014/main" id="{EB00787D-F20D-CD02-212A-B8655E0A42BD}"/>
                </a:ext>
              </a:extLst>
            </p:cNvPr>
            <p:cNvCxnSpPr/>
            <p:nvPr/>
          </p:nvCxnSpPr>
          <p:spPr>
            <a:xfrm>
              <a:off x="3644956" y="3429000"/>
              <a:ext cx="277587" cy="0"/>
            </a:xfrm>
            <a:prstGeom prst="line">
              <a:avLst/>
            </a:prstGeom>
            <a:ln w="12700">
              <a:prstDash val="lg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24" name="图片 123">
            <a:extLst>
              <a:ext uri="{FF2B5EF4-FFF2-40B4-BE49-F238E27FC236}">
                <a16:creationId xmlns:a16="http://schemas.microsoft.com/office/drawing/2014/main" id="{923033CE-80EA-48A2-6FD6-D1C590C25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593" y="5199752"/>
            <a:ext cx="2009883" cy="1427389"/>
          </a:xfrm>
          <a:prstGeom prst="rect">
            <a:avLst/>
          </a:prstGeom>
        </p:spPr>
      </p:pic>
      <p:sp>
        <p:nvSpPr>
          <p:cNvPr id="127" name="文本框 126">
            <a:extLst>
              <a:ext uri="{FF2B5EF4-FFF2-40B4-BE49-F238E27FC236}">
                <a16:creationId xmlns:a16="http://schemas.microsoft.com/office/drawing/2014/main" id="{C130D3E6-5AF6-DF41-23EE-76492FEE3FA7}"/>
              </a:ext>
            </a:extLst>
          </p:cNvPr>
          <p:cNvSpPr txBox="1"/>
          <p:nvPr/>
        </p:nvSpPr>
        <p:spPr>
          <a:xfrm>
            <a:off x="28047" y="6283574"/>
            <a:ext cx="8249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https://mesa.readthedocs.io/latest/tutorials/1_adding_space.html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https://mesa.readthedocs.io/stable/apis/space.html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6" name="图片 125">
            <a:extLst>
              <a:ext uri="{FF2B5EF4-FFF2-40B4-BE49-F238E27FC236}">
                <a16:creationId xmlns:a16="http://schemas.microsoft.com/office/drawing/2014/main" id="{3765DE90-1EC4-77EF-2128-EC59C2543B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24" y="4273916"/>
            <a:ext cx="1685670" cy="1685670"/>
          </a:xfrm>
          <a:prstGeom prst="rect">
            <a:avLst/>
          </a:prstGeom>
        </p:spPr>
      </p:pic>
      <p:sp>
        <p:nvSpPr>
          <p:cNvPr id="132" name="内容占位符 2">
            <a:extLst>
              <a:ext uri="{FF2B5EF4-FFF2-40B4-BE49-F238E27FC236}">
                <a16:creationId xmlns:a16="http://schemas.microsoft.com/office/drawing/2014/main" id="{590A9FDA-2138-40A3-CE4C-9FEA7548EFC6}"/>
              </a:ext>
            </a:extLst>
          </p:cNvPr>
          <p:cNvSpPr txBox="1">
            <a:spLocks/>
          </p:cNvSpPr>
          <p:nvPr/>
        </p:nvSpPr>
        <p:spPr>
          <a:xfrm>
            <a:off x="8252453" y="1345794"/>
            <a:ext cx="3879876" cy="35976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Space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分类：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PropertyLayer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A data layer that can be added to Grids to store cell properties* </a:t>
            </a:r>
          </a:p>
          <a:p>
            <a:r>
              <a:rPr lang="en-US" altLang="zh-CN" sz="16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SingleGrid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a Grid which strictly enforces one agent per cell.* </a:t>
            </a:r>
          </a:p>
          <a:p>
            <a:r>
              <a:rPr lang="en-US" altLang="zh-CN" sz="16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MultiGrid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a Grid where each cell can contain a set of agents.* </a:t>
            </a:r>
          </a:p>
          <a:p>
            <a:r>
              <a:rPr lang="en-US" altLang="zh-CN" sz="16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HexGrid</a:t>
            </a: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ContinuousSpace</a:t>
            </a: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NetworkGrid</a:t>
            </a:r>
          </a:p>
          <a:p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80340B2A-BA14-F0FB-35BF-ADFC06181E83}"/>
              </a:ext>
            </a:extLst>
          </p:cNvPr>
          <p:cNvCxnSpPr/>
          <p:nvPr/>
        </p:nvCxnSpPr>
        <p:spPr>
          <a:xfrm>
            <a:off x="8161021" y="1289785"/>
            <a:ext cx="0" cy="5337357"/>
          </a:xfrm>
          <a:prstGeom prst="line">
            <a:avLst/>
          </a:prstGeom>
          <a:ln>
            <a:solidFill>
              <a:srgbClr val="006C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80738327-E631-8A2A-AC3E-D021BB5C18BF}"/>
              </a:ext>
            </a:extLst>
          </p:cNvPr>
          <p:cNvCxnSpPr>
            <a:cxnSpLocks/>
          </p:cNvCxnSpPr>
          <p:nvPr/>
        </p:nvCxnSpPr>
        <p:spPr>
          <a:xfrm>
            <a:off x="2684682" y="1261126"/>
            <a:ext cx="0" cy="4886903"/>
          </a:xfrm>
          <a:prstGeom prst="line">
            <a:avLst/>
          </a:prstGeom>
          <a:ln>
            <a:solidFill>
              <a:srgbClr val="006C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55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DFDD7-BEF2-BB97-E88E-9B98280E0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793633-A8C9-EE62-8528-46BC1B1269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AC187B5E-27D4-91ED-28DC-E297D5984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86781"/>
            <a:ext cx="11437620" cy="903004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：模拟的独立个体，具有属性和行为，可以与环境发生交互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A0BD2F-42E9-B8C9-8743-AEC0CFA9885D}"/>
              </a:ext>
            </a:extLst>
          </p:cNvPr>
          <p:cNvSpPr txBox="1"/>
          <p:nvPr/>
        </p:nvSpPr>
        <p:spPr>
          <a:xfrm>
            <a:off x="169700" y="6021755"/>
            <a:ext cx="72721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https://mesa.readthedocs.io/latest/tutorials/3_agentset.html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https://mesa.readthedocs.io/stable/apis/agent.html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https://mesa.readthedocs.io/stable/apis/discrete_space.html#mesa.discrete_space.__init__.CellAgent</a:t>
            </a:r>
            <a:endPara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https://mesa.readthedocs.io/stable/apis/agent.html#mesa.agent.AgentSet</a:t>
            </a:r>
            <a:endPara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4F3401-124E-7467-8C01-D06E2FDF9A18}"/>
              </a:ext>
            </a:extLst>
          </p:cNvPr>
          <p:cNvSpPr txBox="1"/>
          <p:nvPr/>
        </p:nvSpPr>
        <p:spPr>
          <a:xfrm>
            <a:off x="157017" y="1319159"/>
            <a:ext cx="122864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sz="16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Mesa </a:t>
            </a:r>
            <a:r>
              <a:rPr lang="zh-CN" altLang="en-US" sz="16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使用基于集合的方法</a:t>
            </a:r>
            <a:r>
              <a:rPr lang="en-US" altLang="zh-CN" sz="1600" i="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AgentSet</a:t>
            </a:r>
            <a:r>
              <a:rPr lang="zh-CN" altLang="en-US" sz="16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，使用户能够高效直观地管理其代理。大多数情况下，用户不会显式调用 </a:t>
            </a:r>
            <a:r>
              <a:rPr lang="en-US" altLang="zh-CN" sz="1600" i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AgentSet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367E712-26CE-0E0A-D1CC-83CFEE226A64}"/>
              </a:ext>
            </a:extLst>
          </p:cNvPr>
          <p:cNvSpPr txBox="1">
            <a:spLocks/>
          </p:cNvSpPr>
          <p:nvPr/>
        </p:nvSpPr>
        <p:spPr>
          <a:xfrm>
            <a:off x="169700" y="1854952"/>
            <a:ext cx="3635384" cy="35872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Mesa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属性（基本组成）：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425"/>
              </a:lnSpc>
            </a:pP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 (Model): A reference to the model instance.</a:t>
            </a:r>
          </a:p>
          <a:p>
            <a:pPr>
              <a:lnSpc>
                <a:spcPts val="1425"/>
              </a:lnSpc>
            </a:pPr>
            <a:r>
              <a:rPr lang="en-US" altLang="zh-CN" sz="16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unique_id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(int): A unique identifier for this agent.</a:t>
            </a:r>
          </a:p>
          <a:p>
            <a:pPr>
              <a:lnSpc>
                <a:spcPts val="1425"/>
              </a:lnSpc>
            </a:pP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 (Position): A reference to the position where this agent is located.</a:t>
            </a:r>
          </a:p>
          <a:p>
            <a:endParaRPr lang="zh-CN" altLang="en-US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A00866E7-64C5-9520-1B8A-751AFCEB5F70}"/>
              </a:ext>
            </a:extLst>
          </p:cNvPr>
          <p:cNvSpPr txBox="1">
            <a:spLocks/>
          </p:cNvSpPr>
          <p:nvPr/>
        </p:nvSpPr>
        <p:spPr>
          <a:xfrm>
            <a:off x="4056235" y="1854952"/>
            <a:ext cx="2933700" cy="31957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Mesa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分类：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取决于不同的建模问题，在不同的空间中采用不同的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无空间</a:t>
            </a: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离散空间</a:t>
            </a: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6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CellAgent</a:t>
            </a: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6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FixedAgent</a:t>
            </a: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Grid2DMovingAgent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连续空间</a:t>
            </a: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</a:p>
          <a:p>
            <a:pPr marL="0" indent="0">
              <a:buNone/>
            </a:pP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内容占位符 2">
            <a:extLst>
              <a:ext uri="{FF2B5EF4-FFF2-40B4-BE49-F238E27FC236}">
                <a16:creationId xmlns:a16="http://schemas.microsoft.com/office/drawing/2014/main" id="{6C243258-3112-6120-4FE2-C788A8BE8BE9}"/>
              </a:ext>
            </a:extLst>
          </p:cNvPr>
          <p:cNvSpPr txBox="1">
            <a:spLocks/>
          </p:cNvSpPr>
          <p:nvPr/>
        </p:nvSpPr>
        <p:spPr>
          <a:xfrm>
            <a:off x="7419050" y="1854952"/>
            <a:ext cx="4650772" cy="4066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Mesa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中管理（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AgentSet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Mesa 3.0 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统一使用 </a:t>
            </a:r>
            <a:r>
              <a:rPr lang="en-US" altLang="zh-CN" sz="16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AgentSet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进行管理，类似于高级的集合数组</a:t>
            </a: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b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“此类扩展了 </a:t>
            </a:r>
            <a:r>
              <a:rPr lang="en-US" altLang="zh-CN" sz="1600" b="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MutableSet</a:t>
            </a:r>
            <a:r>
              <a:rPr lang="en-US" altLang="zh-CN" sz="1600" b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600" b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Sequence</a:t>
            </a:r>
            <a:r>
              <a:rPr lang="zh-CN" altLang="en-US" sz="1600" b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，通过顺序保留和串行作提供类似集合的功能。”</a:t>
            </a:r>
            <a:endParaRPr lang="en-US" altLang="zh-CN" sz="1600" b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</a:p>
          <a:p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Shuffle</a:t>
            </a:r>
          </a:p>
          <a:p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</a:t>
            </a:r>
          </a:p>
          <a:p>
            <a:r>
              <a:rPr lang="en-US" altLang="zh-CN" sz="16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shuffle_do</a:t>
            </a: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</a:p>
          <a:p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 marL="0" indent="0">
              <a:buNone/>
            </a:pP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8271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44A6B-F089-F3FC-C286-D9A08791F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57BCEC-0528-E62B-B6B3-AEB8B5F8C06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0704" y="1289785"/>
            <a:ext cx="11848416" cy="903004"/>
          </a:xfrm>
        </p:spPr>
        <p:txBody>
          <a:bodyPr>
            <a:normAutofit/>
          </a:bodyPr>
          <a:lstStyle/>
          <a:p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DataCollector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旨在提供一种简单、标准的方式来收集 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Mesa 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模型生成的数据。它收集四种类型的数据：模型级数据、代理级数据、代理类型级数据和表格。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E1F574-E5AB-A049-4128-392BCB8FD3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23802BF1-CE1C-53CE-4D02-5EC4B975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DataCollector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数据收集器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365EA9-FA07-6988-07A1-5A795CE9E99D}"/>
              </a:ext>
            </a:extLst>
          </p:cNvPr>
          <p:cNvSpPr txBox="1"/>
          <p:nvPr/>
        </p:nvSpPr>
        <p:spPr>
          <a:xfrm>
            <a:off x="160703" y="6255775"/>
            <a:ext cx="8442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https://mesa.readthedocs.io/stable/tutorials/2_collecting_data.html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https://mesa.readthedocs.io/stable/apis/datacollection.html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1E2022-3F61-2E47-2DE1-BB2E1528CB09}"/>
              </a:ext>
            </a:extLst>
          </p:cNvPr>
          <p:cNvSpPr txBox="1"/>
          <p:nvPr/>
        </p:nvSpPr>
        <p:spPr>
          <a:xfrm>
            <a:off x="160703" y="2331685"/>
            <a:ext cx="27241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Datacollector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主要收集的数据类型：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Tx/>
              <a:buChar char="-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model-level data</a:t>
            </a:r>
          </a:p>
          <a:p>
            <a:pPr marL="285750" indent="-285750">
              <a:buFontTx/>
              <a:buChar char="-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agent-level data</a:t>
            </a:r>
          </a:p>
          <a:p>
            <a:pPr marL="285750" indent="-285750">
              <a:buFontTx/>
              <a:buChar char="-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agent-type-level </a:t>
            </a:r>
          </a:p>
          <a:p>
            <a:pPr marL="285750" indent="-285750">
              <a:buFontTx/>
              <a:buChar char="-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Tables data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D81F9E74-6F61-CF0B-E56C-18D198E0ACB3}"/>
              </a:ext>
            </a:extLst>
          </p:cNvPr>
          <p:cNvSpPr txBox="1">
            <a:spLocks/>
          </p:cNvSpPr>
          <p:nvPr/>
        </p:nvSpPr>
        <p:spPr>
          <a:xfrm>
            <a:off x="3162300" y="2382781"/>
            <a:ext cx="2933700" cy="8519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DataCollector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基本设置（在 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`__</a:t>
            </a:r>
            <a:r>
              <a:rPr lang="en-US" altLang="zh-CN" sz="16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__` 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里）</a:t>
            </a: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E449DE9C-B9B4-7B2E-50B3-2568AEE87905}"/>
              </a:ext>
            </a:extLst>
          </p:cNvPr>
          <p:cNvSpPr txBox="1">
            <a:spLocks/>
          </p:cNvSpPr>
          <p:nvPr/>
        </p:nvSpPr>
        <p:spPr>
          <a:xfrm>
            <a:off x="5954890" y="2349544"/>
            <a:ext cx="2933700" cy="8519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DataCollector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数据收集过程（在 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 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中）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A0DB1B2-F4F9-5D51-3936-0FA41EF279C1}"/>
              </a:ext>
            </a:extLst>
          </p:cNvPr>
          <p:cNvSpPr txBox="1">
            <a:spLocks/>
          </p:cNvSpPr>
          <p:nvPr/>
        </p:nvSpPr>
        <p:spPr>
          <a:xfrm>
            <a:off x="8862060" y="2316307"/>
            <a:ext cx="2933700" cy="8519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DataCollector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数据获取和分析过程（运行结果以后收集，有一个 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pandas </a:t>
            </a:r>
            <a:r>
              <a:rPr lang="en-US" altLang="zh-CN" sz="16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DataFrame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63627E1-CCBC-3F87-C327-ADCE14084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252" y="3760428"/>
            <a:ext cx="2633140" cy="157745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9EAFDB2-470F-ADCB-C01F-DC7E35C1C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890" y="3760428"/>
            <a:ext cx="2629673" cy="128027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3E9504E-52E9-BC23-7403-AF652C9A92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8644" y="3816039"/>
            <a:ext cx="3260476" cy="227917"/>
          </a:xfrm>
          <a:prstGeom prst="rect">
            <a:avLst/>
          </a:prstGeom>
        </p:spPr>
      </p:pic>
      <p:sp>
        <p:nvSpPr>
          <p:cNvPr id="2" name="Rounded Rectangle 133">
            <a:extLst>
              <a:ext uri="{FF2B5EF4-FFF2-40B4-BE49-F238E27FC236}">
                <a16:creationId xmlns:a16="http://schemas.microsoft.com/office/drawing/2014/main" id="{E14CB50D-D9F0-DD2C-B498-936B3EE8ED36}"/>
              </a:ext>
            </a:extLst>
          </p:cNvPr>
          <p:cNvSpPr/>
          <p:nvPr/>
        </p:nvSpPr>
        <p:spPr>
          <a:xfrm>
            <a:off x="3123800" y="2253317"/>
            <a:ext cx="8998735" cy="3751243"/>
          </a:xfrm>
          <a:prstGeom prst="roundRect">
            <a:avLst>
              <a:gd name="adj" fmla="val 2276"/>
            </a:avLst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673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E3D2A-4807-832D-BB82-D32A2664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7F1CCB-45EE-EAC0-AB52-E0981A92204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2420" y="1289785"/>
            <a:ext cx="11650980" cy="820955"/>
          </a:xfrm>
        </p:spPr>
        <p:txBody>
          <a:bodyPr>
            <a:normAutofit/>
          </a:bodyPr>
          <a:lstStyle/>
          <a:p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Mesa 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的可视化工具（尤其是新版本中）主要围绕 </a:t>
            </a:r>
            <a:r>
              <a:rPr lang="en-US" altLang="zh-CN" sz="20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SolaraViz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展开，它提供了一个基于 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的交互式仪表板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FB5D58-C32C-7925-C4AF-12029E1228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E27B645A-3117-DF91-3D88-87DDD297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Analysis &amp; Visualization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784F7A-E0D0-23D0-A1AE-83D71C2ACC58}"/>
              </a:ext>
            </a:extLst>
          </p:cNvPr>
          <p:cNvSpPr txBox="1"/>
          <p:nvPr/>
        </p:nvSpPr>
        <p:spPr>
          <a:xfrm>
            <a:off x="0" y="6182678"/>
            <a:ext cx="87409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https://mesa.readthedocs.io/stable/tutorials/4_visualization_basic.html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https://mesa.readthedocs.io/stable/apis/visualization.html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动态的过程：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https://mesa.readthedocs.io/stable/tutorials/5_visualization_dynamic_agents.html#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F410480-9C34-3EEA-0B17-3BDB873C7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037" y="2213810"/>
            <a:ext cx="4318176" cy="368407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1DEA31D-B064-9D8D-21BC-572A23E32E53}"/>
              </a:ext>
            </a:extLst>
          </p:cNvPr>
          <p:cNvSpPr txBox="1"/>
          <p:nvPr/>
        </p:nvSpPr>
        <p:spPr>
          <a:xfrm>
            <a:off x="4505213" y="2321342"/>
            <a:ext cx="768678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描绘器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agent_portrayal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使用网格来对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返回结果进行可视化的时候，需要收集对应的数据并指定如何将数据与可视化对应起来，使用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`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AgentPortrayalStyle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`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对象来完成，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定义空间组件（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SpaceRenderer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组件）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中使用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SpaceRenderer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组件 来进行定义空间的可视化部分，你可以选择多种后端渲染方式，比如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`matplotlib`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`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altair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`</a:t>
            </a:r>
          </a:p>
          <a:p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定义绘图组件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make_plot_component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中组件是支持放在不同的位置，需要利用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`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make_plot_component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`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函数来定义，传入指定的变量，并指定页面（也就是在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`page=xx`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里面指定）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参数和控制（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model_params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最开始模拟书写的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`run.py`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中使用的是固定参数，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支持类似于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Netlogo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中自定义调节参数来查看模拟结果，需要将所需要控制的参数统一打包并定义组件更改。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133">
            <a:extLst>
              <a:ext uri="{FF2B5EF4-FFF2-40B4-BE49-F238E27FC236}">
                <a16:creationId xmlns:a16="http://schemas.microsoft.com/office/drawing/2014/main" id="{85965FAE-39FA-8391-5A62-036B69A55F9D}"/>
              </a:ext>
            </a:extLst>
          </p:cNvPr>
          <p:cNvSpPr/>
          <p:nvPr/>
        </p:nvSpPr>
        <p:spPr>
          <a:xfrm>
            <a:off x="1870269" y="2757621"/>
            <a:ext cx="585337" cy="516521"/>
          </a:xfrm>
          <a:prstGeom prst="roundRect">
            <a:avLst>
              <a:gd name="adj" fmla="val 2276"/>
            </a:avLst>
          </a:prstGeom>
          <a:solidFill>
            <a:schemeClr val="bg2"/>
          </a:solidFill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</a:t>
            </a:r>
            <a:endParaRPr kumimoji="1"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ounded Rectangle 133">
            <a:extLst>
              <a:ext uri="{FF2B5EF4-FFF2-40B4-BE49-F238E27FC236}">
                <a16:creationId xmlns:a16="http://schemas.microsoft.com/office/drawing/2014/main" id="{D9E369FB-4BAA-9AEC-6565-2C904B7AA433}"/>
              </a:ext>
            </a:extLst>
          </p:cNvPr>
          <p:cNvSpPr/>
          <p:nvPr/>
        </p:nvSpPr>
        <p:spPr>
          <a:xfrm>
            <a:off x="2066182" y="4503133"/>
            <a:ext cx="778847" cy="762041"/>
          </a:xfrm>
          <a:prstGeom prst="roundRect">
            <a:avLst>
              <a:gd name="adj" fmla="val 2276"/>
            </a:avLst>
          </a:prstGeom>
          <a:solidFill>
            <a:schemeClr val="bg2"/>
          </a:solidFill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</a:t>
            </a:r>
            <a:endParaRPr kumimoji="1"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ounded Rectangle 133">
            <a:extLst>
              <a:ext uri="{FF2B5EF4-FFF2-40B4-BE49-F238E27FC236}">
                <a16:creationId xmlns:a16="http://schemas.microsoft.com/office/drawing/2014/main" id="{F7C82E74-EDE5-AF02-08C5-599FC6BDE2A5}"/>
              </a:ext>
            </a:extLst>
          </p:cNvPr>
          <p:cNvSpPr/>
          <p:nvPr/>
        </p:nvSpPr>
        <p:spPr>
          <a:xfrm>
            <a:off x="230918" y="2561287"/>
            <a:ext cx="720726" cy="516522"/>
          </a:xfrm>
          <a:prstGeom prst="roundRect">
            <a:avLst>
              <a:gd name="adj" fmla="val 2276"/>
            </a:avLst>
          </a:prstGeom>
          <a:solidFill>
            <a:schemeClr val="bg1"/>
          </a:solidFill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4</a:t>
            </a:r>
            <a:endParaRPr kumimoji="1"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ounded Rectangle 133">
            <a:extLst>
              <a:ext uri="{FF2B5EF4-FFF2-40B4-BE49-F238E27FC236}">
                <a16:creationId xmlns:a16="http://schemas.microsoft.com/office/drawing/2014/main" id="{815A1BEF-9B0F-B252-B295-A3B117C339A8}"/>
              </a:ext>
            </a:extLst>
          </p:cNvPr>
          <p:cNvSpPr/>
          <p:nvPr/>
        </p:nvSpPr>
        <p:spPr>
          <a:xfrm>
            <a:off x="230918" y="4143969"/>
            <a:ext cx="602366" cy="1121205"/>
          </a:xfrm>
          <a:prstGeom prst="roundRect">
            <a:avLst>
              <a:gd name="adj" fmla="val 2276"/>
            </a:avLst>
          </a:prstGeom>
          <a:solidFill>
            <a:schemeClr val="bg1"/>
          </a:solidFill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498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05B1-FDE8-9F38-52A5-C9300C982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A50BE9-7900-837F-3A3E-88523DA046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70510" y="1289786"/>
            <a:ext cx="11650980" cy="42840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Solarviz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可以选择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jupyternotebook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terminal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D3920C-8192-23A0-7791-BE36ECDEAB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49A29780-7F3B-6B2D-7313-14B15A8E0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Analysis &amp; Visualization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启动操作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28E74B-C85B-AF8E-501C-B3988A49C698}"/>
              </a:ext>
            </a:extLst>
          </p:cNvPr>
          <p:cNvSpPr txBox="1"/>
          <p:nvPr/>
        </p:nvSpPr>
        <p:spPr>
          <a:xfrm>
            <a:off x="0" y="6363266"/>
            <a:ext cx="874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https://mesa.readthedocs.io/stable/tutorials/4_visualization_basic.html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https://mesa.readthedocs.io/stable/apis/visualization.html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7E6F166-E973-1DC1-ECF6-55E919BC2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49" y="2084654"/>
            <a:ext cx="5832851" cy="402094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B4773A3-494A-2315-4865-0943DBCEC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555" y="2098439"/>
            <a:ext cx="5281758" cy="298057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299A4BA-51D0-F6A2-45A1-476775809DE5}"/>
              </a:ext>
            </a:extLst>
          </p:cNvPr>
          <p:cNvSpPr txBox="1"/>
          <p:nvPr/>
        </p:nvSpPr>
        <p:spPr>
          <a:xfrm>
            <a:off x="6356554" y="5459267"/>
            <a:ext cx="42047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Jupyternotebook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中启动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Terminal: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solara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run app.py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0412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623315-320F-DBBD-2AE5-3814C22A3B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BF82BE04-8249-28B6-BF24-7CE2B6AFB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Wolf-Sheep-Model Time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示意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1BCC1E4-F002-3BCA-19FF-4814591B5ED3}"/>
              </a:ext>
            </a:extLst>
          </p:cNvPr>
          <p:cNvCxnSpPr>
            <a:cxnSpLocks/>
          </p:cNvCxnSpPr>
          <p:nvPr/>
        </p:nvCxnSpPr>
        <p:spPr>
          <a:xfrm>
            <a:off x="1737103" y="1864196"/>
            <a:ext cx="844345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B36EBB5D-9791-C97C-B16D-810623FBF372}"/>
              </a:ext>
            </a:extLst>
          </p:cNvPr>
          <p:cNvSpPr txBox="1">
            <a:spLocks/>
          </p:cNvSpPr>
          <p:nvPr/>
        </p:nvSpPr>
        <p:spPr>
          <a:xfrm>
            <a:off x="200567" y="2325559"/>
            <a:ext cx="929148" cy="339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时刻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D6D0C011-505C-EB13-840C-DD3C599D582B}"/>
              </a:ext>
            </a:extLst>
          </p:cNvPr>
          <p:cNvSpPr txBox="1">
            <a:spLocks/>
          </p:cNvSpPr>
          <p:nvPr/>
        </p:nvSpPr>
        <p:spPr>
          <a:xfrm>
            <a:off x="10304330" y="2138516"/>
            <a:ext cx="856536" cy="341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Time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8B693577-2F72-F12E-4E71-92A64E83D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353804"/>
              </p:ext>
            </p:extLst>
          </p:nvPr>
        </p:nvGraphicFramePr>
        <p:xfrm>
          <a:off x="1710813" y="2294630"/>
          <a:ext cx="83623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212">
                  <a:extLst>
                    <a:ext uri="{9D8B030D-6E8A-4147-A177-3AD203B41FA5}">
                      <a16:colId xmlns:a16="http://schemas.microsoft.com/office/drawing/2014/main" val="4153366415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3084162473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4133016321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2993765973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2777009352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639826582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812329199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651712142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716082339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3677196817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19167662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T+1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T+2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T+k-2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T+k-1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T+k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786036"/>
                  </a:ext>
                </a:extLst>
              </a:tr>
            </a:tbl>
          </a:graphicData>
        </a:graphic>
      </p:graphicFrame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C20AC99A-4511-69EF-3859-9060E2120A16}"/>
              </a:ext>
            </a:extLst>
          </p:cNvPr>
          <p:cNvSpPr txBox="1">
            <a:spLocks/>
          </p:cNvSpPr>
          <p:nvPr/>
        </p:nvSpPr>
        <p:spPr>
          <a:xfrm>
            <a:off x="200567" y="3089089"/>
            <a:ext cx="713833" cy="339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358787FA-CFF0-D15B-BBE7-1D71FC389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681930"/>
              </p:ext>
            </p:extLst>
          </p:nvPr>
        </p:nvGraphicFramePr>
        <p:xfrm>
          <a:off x="1710813" y="2987248"/>
          <a:ext cx="836233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212">
                  <a:extLst>
                    <a:ext uri="{9D8B030D-6E8A-4147-A177-3AD203B41FA5}">
                      <a16:colId xmlns:a16="http://schemas.microsoft.com/office/drawing/2014/main" val="4153366415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3084162473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4133016321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966440197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2777009352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639826582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812329199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651712142"/>
                    </a:ext>
                  </a:extLst>
                </a:gridCol>
                <a:gridCol w="591280">
                  <a:extLst>
                    <a:ext uri="{9D8B030D-6E8A-4147-A177-3AD203B41FA5}">
                      <a16:colId xmlns:a16="http://schemas.microsoft.com/office/drawing/2014/main" val="716082339"/>
                    </a:ext>
                  </a:extLst>
                </a:gridCol>
                <a:gridCol w="929144">
                  <a:extLst>
                    <a:ext uri="{9D8B030D-6E8A-4147-A177-3AD203B41FA5}">
                      <a16:colId xmlns:a16="http://schemas.microsoft.com/office/drawing/2014/main" val="3677196817"/>
                    </a:ext>
                  </a:extLst>
                </a:gridCol>
                <a:gridCol w="760212">
                  <a:extLst>
                    <a:ext uri="{9D8B030D-6E8A-4147-A177-3AD203B41FA5}">
                      <a16:colId xmlns:a16="http://schemas.microsoft.com/office/drawing/2014/main" val="19167662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r>
                        <a:rPr lang="en-US" altLang="zh-CN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r>
                        <a:rPr lang="en-US" altLang="zh-CN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r>
                        <a:rPr lang="en-US" altLang="zh-CN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r>
                        <a:rPr lang="en-US" altLang="zh-CN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r>
                        <a:rPr lang="en-US" altLang="zh-CN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1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786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草长好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狼吃羊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草被吃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狼吃羊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草长好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056166"/>
                  </a:ext>
                </a:extLst>
              </a:tr>
            </a:tbl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680D00D2-55B9-4715-ED13-0DC67629A692}"/>
              </a:ext>
            </a:extLst>
          </p:cNvPr>
          <p:cNvGrpSpPr/>
          <p:nvPr/>
        </p:nvGrpSpPr>
        <p:grpSpPr>
          <a:xfrm>
            <a:off x="254872" y="5066033"/>
            <a:ext cx="9766293" cy="1652868"/>
            <a:chOff x="200567" y="4961783"/>
            <a:chExt cx="9766293" cy="1652868"/>
          </a:xfrm>
        </p:grpSpPr>
        <p:sp>
          <p:nvSpPr>
            <p:cNvPr id="22" name="箭头: 上 21">
              <a:extLst>
                <a:ext uri="{FF2B5EF4-FFF2-40B4-BE49-F238E27FC236}">
                  <a16:creationId xmlns:a16="http://schemas.microsoft.com/office/drawing/2014/main" id="{95AA5CCE-34D4-8CB1-0387-5D37B540A6DF}"/>
                </a:ext>
              </a:extLst>
            </p:cNvPr>
            <p:cNvSpPr/>
            <p:nvPr/>
          </p:nvSpPr>
          <p:spPr>
            <a:xfrm rot="4543514">
              <a:off x="1641504" y="4748980"/>
              <a:ext cx="256633" cy="104713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箭头: 上 22">
              <a:extLst>
                <a:ext uri="{FF2B5EF4-FFF2-40B4-BE49-F238E27FC236}">
                  <a16:creationId xmlns:a16="http://schemas.microsoft.com/office/drawing/2014/main" id="{5E7FAFE1-70A9-B045-606A-9B6BCFD342EC}"/>
                </a:ext>
              </a:extLst>
            </p:cNvPr>
            <p:cNvSpPr/>
            <p:nvPr/>
          </p:nvSpPr>
          <p:spPr>
            <a:xfrm rot="7030604">
              <a:off x="1582498" y="5375764"/>
              <a:ext cx="256633" cy="104713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内容占位符 2">
              <a:extLst>
                <a:ext uri="{FF2B5EF4-FFF2-40B4-BE49-F238E27FC236}">
                  <a16:creationId xmlns:a16="http://schemas.microsoft.com/office/drawing/2014/main" id="{27A550C8-F254-695C-389A-CDED0AFB76C1}"/>
                </a:ext>
              </a:extLst>
            </p:cNvPr>
            <p:cNvSpPr txBox="1">
              <a:spLocks/>
            </p:cNvSpPr>
            <p:nvPr/>
          </p:nvSpPr>
          <p:spPr>
            <a:xfrm>
              <a:off x="200567" y="5323818"/>
              <a:ext cx="868692" cy="12908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b="1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18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事件是否是即时发生</a:t>
              </a:r>
            </a:p>
          </p:txBody>
        </p:sp>
        <p:sp>
          <p:nvSpPr>
            <p:cNvPr id="25" name="内容占位符 2">
              <a:extLst>
                <a:ext uri="{FF2B5EF4-FFF2-40B4-BE49-F238E27FC236}">
                  <a16:creationId xmlns:a16="http://schemas.microsoft.com/office/drawing/2014/main" id="{5B95C033-FE70-177D-FBCD-44240309B220}"/>
                </a:ext>
              </a:extLst>
            </p:cNvPr>
            <p:cNvSpPr txBox="1">
              <a:spLocks/>
            </p:cNvSpPr>
            <p:nvPr/>
          </p:nvSpPr>
          <p:spPr>
            <a:xfrm>
              <a:off x="2609470" y="4961783"/>
              <a:ext cx="868692" cy="3620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b="1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18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</a:p>
          </p:txBody>
        </p:sp>
        <p:sp>
          <p:nvSpPr>
            <p:cNvPr id="26" name="内容占位符 2">
              <a:extLst>
                <a:ext uri="{FF2B5EF4-FFF2-40B4-BE49-F238E27FC236}">
                  <a16:creationId xmlns:a16="http://schemas.microsoft.com/office/drawing/2014/main" id="{35F518B9-592E-6A9B-8E68-65A95268CF2F}"/>
                </a:ext>
              </a:extLst>
            </p:cNvPr>
            <p:cNvSpPr txBox="1">
              <a:spLocks/>
            </p:cNvSpPr>
            <p:nvPr/>
          </p:nvSpPr>
          <p:spPr>
            <a:xfrm>
              <a:off x="2533270" y="6071597"/>
              <a:ext cx="868692" cy="3620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b="1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18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否</a:t>
              </a:r>
            </a:p>
          </p:txBody>
        </p:sp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61D06CC0-F0B8-8BEE-D0D1-31C4E2AE4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65219" y="5450523"/>
              <a:ext cx="6301641" cy="460765"/>
            </a:xfrm>
            <a:prstGeom prst="rect">
              <a:avLst/>
            </a:prstGeom>
          </p:spPr>
        </p:pic>
      </p:grpSp>
      <p:sp>
        <p:nvSpPr>
          <p:cNvPr id="31" name="右大括号 30">
            <a:extLst>
              <a:ext uri="{FF2B5EF4-FFF2-40B4-BE49-F238E27FC236}">
                <a16:creationId xmlns:a16="http://schemas.microsoft.com/office/drawing/2014/main" id="{B7863381-7842-614F-DD89-F7AFD334DFAC}"/>
              </a:ext>
            </a:extLst>
          </p:cNvPr>
          <p:cNvSpPr/>
          <p:nvPr/>
        </p:nvSpPr>
        <p:spPr>
          <a:xfrm rot="5400000">
            <a:off x="4250514" y="3118874"/>
            <a:ext cx="453489" cy="18604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内容占位符 2">
            <a:extLst>
              <a:ext uri="{FF2B5EF4-FFF2-40B4-BE49-F238E27FC236}">
                <a16:creationId xmlns:a16="http://schemas.microsoft.com/office/drawing/2014/main" id="{6FC861B6-9732-E00E-B85C-063081A8C09C}"/>
              </a:ext>
            </a:extLst>
          </p:cNvPr>
          <p:cNvSpPr txBox="1">
            <a:spLocks/>
          </p:cNvSpPr>
          <p:nvPr/>
        </p:nvSpPr>
        <p:spPr>
          <a:xfrm>
            <a:off x="3943190" y="4300168"/>
            <a:ext cx="1086010" cy="23496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间隔时间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85500FA3-9A4A-4702-14C5-6317FEA1BDC1}"/>
              </a:ext>
            </a:extLst>
          </p:cNvPr>
          <p:cNvSpPr txBox="1">
            <a:spLocks/>
          </p:cNvSpPr>
          <p:nvPr/>
        </p:nvSpPr>
        <p:spPr>
          <a:xfrm>
            <a:off x="3456267" y="6245750"/>
            <a:ext cx="2213828" cy="36203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普通的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model.step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F1145F-CA89-9FEA-93C1-103FA0C4719D}"/>
              </a:ext>
            </a:extLst>
          </p:cNvPr>
          <p:cNvSpPr txBox="1">
            <a:spLocks/>
          </p:cNvSpPr>
          <p:nvPr/>
        </p:nvSpPr>
        <p:spPr>
          <a:xfrm>
            <a:off x="3336846" y="5075159"/>
            <a:ext cx="2213828" cy="3620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选用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ABMSimluator</a:t>
            </a:r>
            <a:endParaRPr lang="zh-CN" altLang="en-US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EA65953-58EC-B38F-2780-753AA4A90E29}"/>
              </a:ext>
            </a:extLst>
          </p:cNvPr>
          <p:cNvCxnSpPr/>
          <p:nvPr/>
        </p:nvCxnSpPr>
        <p:spPr>
          <a:xfrm>
            <a:off x="66368" y="4630994"/>
            <a:ext cx="12071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98EA1BE4-C3AB-3D18-2ECF-A19AFA922583}"/>
              </a:ext>
            </a:extLst>
          </p:cNvPr>
          <p:cNvSpPr txBox="1">
            <a:spLocks/>
          </p:cNvSpPr>
          <p:nvPr/>
        </p:nvSpPr>
        <p:spPr>
          <a:xfrm>
            <a:off x="0" y="4689445"/>
            <a:ext cx="3905395" cy="33991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Optional: experimental 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中的功能，非必要</a:t>
            </a:r>
          </a:p>
        </p:txBody>
      </p:sp>
    </p:spTree>
    <p:extLst>
      <p:ext uri="{BB962C8B-B14F-4D97-AF65-F5344CB8AC3E}">
        <p14:creationId xmlns:p14="http://schemas.microsoft.com/office/powerpoint/2010/main" val="3889786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E9717-65FF-851F-7B8F-3180018A1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F0B4D3-DE16-9D91-9B8B-4ED7CDDE194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2420" y="1289785"/>
            <a:ext cx="11650980" cy="820955"/>
          </a:xfrm>
        </p:spPr>
        <p:txBody>
          <a:bodyPr>
            <a:normAutofit/>
          </a:bodyPr>
          <a:lstStyle/>
          <a:p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Wolf-Sheep Predation Model 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Mesa 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模拟了在一个网格环境中，狼（捕食者）和羊（被捕食者）的种群动态。通过简单的规则，我们可以观察到它们的数量如何随着时间和空间互动而波动，甚至出现周期性的涨落。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5479A5-34C3-B06B-AB93-78361F4B5E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0F469B4F-F275-17A8-BF53-841634A1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Wolf-Sheep-Model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FAC7F2-2D14-AA9C-6193-CA24216C7EE1}"/>
              </a:ext>
            </a:extLst>
          </p:cNvPr>
          <p:cNvSpPr txBox="1"/>
          <p:nvPr/>
        </p:nvSpPr>
        <p:spPr>
          <a:xfrm>
            <a:off x="76200" y="6471219"/>
            <a:ext cx="87409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https://mesa.readthedocs.io/stable/examples/advanced/wolf_sheep.html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0B63065-D0BA-6901-CB00-1EFCF9D97414}"/>
              </a:ext>
            </a:extLst>
          </p:cNvPr>
          <p:cNvSpPr txBox="1"/>
          <p:nvPr/>
        </p:nvSpPr>
        <p:spPr>
          <a:xfrm>
            <a:off x="4309411" y="2110740"/>
            <a:ext cx="78825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这是一个简单的生态模型，包含三种主体：狼、羊和草。狼和羊在网格中随机游荡。它们移动都会消耗能量，并通过进食补充能量。羊吃草，如果狼和羊出现在同一个网格单元中，狼就会吃羊。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如果狼和羊有足够的能量，它们就会繁殖，产生新的狼或羊（在这个简化的模型中，繁殖只需要一个亲本）。每个单元格中的草以恒定的速度再生。如果任何狼或羊耗尽能量，它们就会死亡。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Tx/>
              <a:buChar char="-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70E3B7F-3D0C-CB60-36FF-C3F00FCED3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167" t="19574" r="10579" b="24780"/>
          <a:stretch>
            <a:fillRect/>
          </a:stretch>
        </p:blipFill>
        <p:spPr>
          <a:xfrm>
            <a:off x="312420" y="2026575"/>
            <a:ext cx="3672840" cy="385302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DD1B8A1-A923-8C0F-CDE8-A589811E378B}"/>
              </a:ext>
            </a:extLst>
          </p:cNvPr>
          <p:cNvSpPr txBox="1"/>
          <p:nvPr/>
        </p:nvSpPr>
        <p:spPr>
          <a:xfrm>
            <a:off x="4309411" y="458034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wolf_sheep/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model.py      # 模型定义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agent.py      # Agent 定义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└── run.py        # 运行和可视化脚本</a:t>
            </a:r>
          </a:p>
        </p:txBody>
      </p:sp>
    </p:spTree>
    <p:extLst>
      <p:ext uri="{BB962C8B-B14F-4D97-AF65-F5344CB8AC3E}">
        <p14:creationId xmlns:p14="http://schemas.microsoft.com/office/powerpoint/2010/main" val="3525720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2607-CF02-96CB-96D7-BE31CCA0B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3683B8-37D1-C357-DFAE-E12DE37443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Mesa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911042A0-6FBA-5C60-0674-17A37EBC4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Wolf-Sheep-Model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21A30D-8CCC-92E0-62B0-91107A59AA14}"/>
              </a:ext>
            </a:extLst>
          </p:cNvPr>
          <p:cNvSpPr txBox="1"/>
          <p:nvPr/>
        </p:nvSpPr>
        <p:spPr>
          <a:xfrm>
            <a:off x="19040" y="6431788"/>
            <a:ext cx="874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https://mesa.readthedocs.io/stable/examples/advanced/wolf_sheep.html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B7514EEF-3197-BE52-6FC0-02FEA6C96CE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79060" y="1289784"/>
            <a:ext cx="4682499" cy="49192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流程梳理：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AutoNum type="arabicPeriod"/>
            </a:pP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初始化阶段： </a:t>
            </a:r>
            <a:endParaRPr lang="en-US" altLang="zh-CN" sz="1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AutoNum type="arabicPeriod"/>
            </a:pP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创建模型和模拟器  </a:t>
            </a:r>
            <a:endParaRPr lang="en-US" altLang="zh-CN" sz="1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AutoNum type="arabicPeriod"/>
            </a:pP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在地图上放置狼、羊和草  </a:t>
            </a:r>
            <a:endParaRPr lang="en-US" altLang="zh-CN" sz="1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AutoNum type="arabicPeriod"/>
            </a:pP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如果草未完全生长，调度初始生长事件</a:t>
            </a:r>
            <a:endParaRPr lang="en-US" altLang="zh-CN" sz="1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AutoNum type="arabicPeriod"/>
            </a:pP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模拟循环：   </a:t>
            </a:r>
            <a:endParaRPr lang="en-US" altLang="zh-CN" sz="1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Char char="-"/>
            </a:pP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每个时间步：     </a:t>
            </a:r>
            <a:endParaRPr lang="en-US" altLang="zh-CN" sz="1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Tx/>
              <a:buChar char="-"/>
            </a:pP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狼和羊移动、交互（固定时间步进）    </a:t>
            </a:r>
            <a:endParaRPr lang="en-US" altLang="zh-CN" sz="1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Tx/>
              <a:buChar char="-"/>
            </a:pP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羊吃草（如果草已完全生长）    </a:t>
            </a:r>
            <a:endParaRPr lang="en-US" altLang="zh-CN" sz="1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Tx/>
              <a:buChar char="-"/>
            </a:pP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狼捕食羊（如果在同一位置）   </a:t>
            </a:r>
            <a:endParaRPr lang="en-US" altLang="zh-CN" sz="1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Tx/>
              <a:buChar char="-"/>
            </a:pP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模拟器处理已调度的事件：     </a:t>
            </a:r>
            <a:endParaRPr lang="en-US" altLang="zh-CN" sz="1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Tx/>
              <a:buChar char="-"/>
            </a:pP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检查是否有到期的草生长事件     </a:t>
            </a:r>
            <a:endParaRPr lang="en-US" altLang="zh-CN" sz="1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Char char="-"/>
            </a:pP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事件驱动：  </a:t>
            </a:r>
            <a:endParaRPr lang="en-US" altLang="zh-CN" sz="1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草被吃掉时，触发 </a:t>
            </a:r>
            <a:r>
              <a:rPr lang="en-US" altLang="zh-CN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`</a:t>
            </a:r>
            <a:r>
              <a:rPr lang="en-US" altLang="zh-CN" sz="14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fully_grown</a:t>
            </a:r>
            <a:r>
              <a:rPr lang="en-US" altLang="zh-CN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` setter </a:t>
            </a:r>
          </a:p>
          <a:p>
            <a:pPr marL="457200" lvl="1" indent="0">
              <a:buNone/>
            </a:pPr>
            <a:r>
              <a:rPr lang="en-US" altLang="zh-CN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setter </a:t>
            </a: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调度一个重新生长事件   </a:t>
            </a:r>
            <a:endParaRPr lang="en-US" altLang="zh-CN" sz="1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事件在指定时间后执行，草重新生长</a:t>
            </a:r>
            <a:endParaRPr lang="en-US" altLang="zh-CN" sz="1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内容占位符 7">
            <a:extLst>
              <a:ext uri="{FF2B5EF4-FFF2-40B4-BE49-F238E27FC236}">
                <a16:creationId xmlns:a16="http://schemas.microsoft.com/office/drawing/2014/main" id="{EBAA645F-0057-8939-8771-12895F2FF147}"/>
              </a:ext>
            </a:extLst>
          </p:cNvPr>
          <p:cNvSpPr txBox="1">
            <a:spLocks/>
          </p:cNvSpPr>
          <p:nvPr/>
        </p:nvSpPr>
        <p:spPr>
          <a:xfrm>
            <a:off x="5116820" y="1418338"/>
            <a:ext cx="3798580" cy="317640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Model:</a:t>
            </a:r>
          </a:p>
          <a:p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初始化空间（网格）</a:t>
            </a:r>
          </a:p>
          <a:p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创建智能体</a:t>
            </a:r>
          </a:p>
          <a:p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定义时间步行为</a:t>
            </a:r>
          </a:p>
          <a:p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收集数据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SpaceRenderer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：空间可视化</a:t>
            </a:r>
          </a:p>
          <a:p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SolaraViz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：交互式可视化界面</a:t>
            </a:r>
          </a:p>
          <a:p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DataCollector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：数据收集和图表</a:t>
            </a:r>
          </a:p>
        </p:txBody>
      </p:sp>
      <p:sp>
        <p:nvSpPr>
          <p:cNvPr id="13" name="内容占位符 7">
            <a:extLst>
              <a:ext uri="{FF2B5EF4-FFF2-40B4-BE49-F238E27FC236}">
                <a16:creationId xmlns:a16="http://schemas.microsoft.com/office/drawing/2014/main" id="{EF4D579E-D2AF-1289-828C-466562AD3B8A}"/>
              </a:ext>
            </a:extLst>
          </p:cNvPr>
          <p:cNvSpPr txBox="1">
            <a:spLocks/>
          </p:cNvSpPr>
          <p:nvPr/>
        </p:nvSpPr>
        <p:spPr>
          <a:xfrm>
            <a:off x="8995401" y="1289784"/>
            <a:ext cx="3017539" cy="50134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Animal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（基类）：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能量管理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移动行为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繁殖逻辑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死亡判断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Sheep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（羊）：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吃草行为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避狼移动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Wolf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（狼）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捕食行为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追羊移动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GrassPatch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（草地）：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生长状态管理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</a:t>
            </a:r>
            <a:r>
              <a:rPr lang="en-US" altLang="zh-CN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自动再生调度</a:t>
            </a:r>
          </a:p>
        </p:txBody>
      </p:sp>
    </p:spTree>
    <p:extLst>
      <p:ext uri="{BB962C8B-B14F-4D97-AF65-F5344CB8AC3E}">
        <p14:creationId xmlns:p14="http://schemas.microsoft.com/office/powerpoint/2010/main" val="2681355289"/>
      </p:ext>
    </p:extLst>
  </p:cSld>
  <p:clrMapOvr>
    <a:masterClrMapping/>
  </p:clrMapOvr>
</p:sld>
</file>

<file path=ppt/theme/theme1.xml><?xml version="1.0" encoding="utf-8"?>
<a:theme xmlns:a="http://schemas.openxmlformats.org/drawingml/2006/main" name="Academic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文献管理与论文写作_L1-阅读文献" id="{67D324D3-8257-8942-88AD-676CFCE64CE8}" vid="{0713C1CB-0361-7D45-B4C1-03EE6C20A91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Academic</Template>
  <TotalTime>8124</TotalTime>
  <Words>2238</Words>
  <Application>Microsoft Office PowerPoint</Application>
  <PresentationFormat>宽屏</PresentationFormat>
  <Paragraphs>264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等线</vt:lpstr>
      <vt:lpstr>微软雅黑</vt:lpstr>
      <vt:lpstr>微软雅黑</vt:lpstr>
      <vt:lpstr>Arial</vt:lpstr>
      <vt:lpstr>Calibri</vt:lpstr>
      <vt:lpstr>Times</vt:lpstr>
      <vt:lpstr>Times New Roman</vt:lpstr>
      <vt:lpstr>Tw Cen MT</vt:lpstr>
      <vt:lpstr>Wingdings</vt:lpstr>
      <vt:lpstr>Academic</vt:lpstr>
      <vt:lpstr>整体结构</vt:lpstr>
      <vt:lpstr>Basic skeleton-1</vt:lpstr>
      <vt:lpstr>Basic skeleton-2</vt:lpstr>
      <vt:lpstr>Space (空间): 定义了代理在其中移动和交互的结构</vt:lpstr>
      <vt:lpstr>Agent：模拟的独立个体，具有属性和行为，可以与环境发生交互</vt:lpstr>
      <vt:lpstr>DataCollector: 数据收集器</vt:lpstr>
      <vt:lpstr>Analysis &amp; Visualization</vt:lpstr>
      <vt:lpstr>Analysis &amp; Visualization 启动操作</vt:lpstr>
      <vt:lpstr>Wolf-Sheep-Model Time示意</vt:lpstr>
      <vt:lpstr>Wolf-Sheep-Model</vt:lpstr>
      <vt:lpstr>Wolf-Sheep-Model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ABSESpy</dc:title>
  <dc:creator>Shuang Song</dc:creator>
  <cp:lastModifiedBy>Xin Lin</cp:lastModifiedBy>
  <cp:revision>553</cp:revision>
  <dcterms:created xsi:type="dcterms:W3CDTF">2023-09-26T22:06:30Z</dcterms:created>
  <dcterms:modified xsi:type="dcterms:W3CDTF">2025-11-11T02:31:43Z</dcterms:modified>
</cp:coreProperties>
</file>