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4"/>
  </p:notesMasterIdLst>
  <p:sldIdLst>
    <p:sldId id="6233" r:id="rId2"/>
    <p:sldId id="6247" r:id="rId3"/>
    <p:sldId id="6250" r:id="rId4"/>
    <p:sldId id="6248" r:id="rId5"/>
    <p:sldId id="6249" r:id="rId6"/>
    <p:sldId id="6251" r:id="rId7"/>
    <p:sldId id="6252" r:id="rId8"/>
    <p:sldId id="6254" r:id="rId9"/>
    <p:sldId id="6255" r:id="rId10"/>
    <p:sldId id="6261" r:id="rId11"/>
    <p:sldId id="6258" r:id="rId12"/>
    <p:sldId id="6260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1344D197-9CC5-40CA-A463-665807F17555}">
          <p14:sldIdLst>
            <p14:sldId id="6233"/>
            <p14:sldId id="6247"/>
            <p14:sldId id="6250"/>
            <p14:sldId id="6248"/>
            <p14:sldId id="6249"/>
            <p14:sldId id="6251"/>
            <p14:sldId id="6252"/>
            <p14:sldId id="6254"/>
            <p14:sldId id="6255"/>
            <p14:sldId id="6261"/>
            <p14:sldId id="6258"/>
            <p14:sldId id="6260"/>
          </p14:sldIdLst>
        </p14:section>
        <p14:section name="无标题节" id="{BFC52ED7-AA6B-4500-9539-8D13D75FAA1C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C42"/>
    <a:srgbClr val="DAE3F3"/>
    <a:srgbClr val="0789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3296810-A885-4BE3-A3E7-6D5BEEA58F35}" styleName="中度样式 2 - 强调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300" autoAdjust="0"/>
    <p:restoredTop sz="84275" autoAdjust="0"/>
  </p:normalViewPr>
  <p:slideViewPr>
    <p:cSldViewPr snapToGrid="0">
      <p:cViewPr varScale="1">
        <p:scale>
          <a:sx n="104" d="100"/>
          <a:sy n="104" d="100"/>
        </p:scale>
        <p:origin x="806" y="91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3" d="100"/>
          <a:sy n="83" d="100"/>
        </p:scale>
        <p:origin x="3284" y="7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A47D58F-161D-D54A-AB18-2A849F23AC5A}" type="datetimeFigureOut">
              <a:rPr lang="en-GB" smtClean="0"/>
              <a:t>05/12/2025</a:t>
            </a:fld>
            <a:endParaRPr lang="en-GB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9BB03F-D8C3-A748-B883-1E5D03C19A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55122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z="1800" kern="100" dirty="0">
                <a:effectLst/>
                <a:ea typeface="等线" panose="02010600030101010101" pitchFamily="2" charset="-122"/>
                <a:cs typeface="Times New Roman" panose="02020603050405020304" pitchFamily="18" charset="0"/>
              </a:rPr>
              <a:t>Good afternoon, everyone!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8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To introduce myself, my name is Xin Lin, and </a:t>
            </a:r>
            <a:r>
              <a:rPr lang="en-US" altLang="zh-CN" sz="2800" b="0" i="0" dirty="0">
                <a:solidFill>
                  <a:srgbClr val="525252"/>
                </a:solidFill>
                <a:effectLst/>
                <a:highlight>
                  <a:srgbClr val="FDF9BF"/>
                </a:highlight>
                <a:latin typeface="Segoe UI" panose="020B0502040204020203" pitchFamily="34" charset="0"/>
              </a:rPr>
              <a:t>I am  part of the Mesa-Geo and </a:t>
            </a:r>
            <a:r>
              <a:rPr lang="en-US" altLang="zh-CN" sz="2800" b="0" i="0" dirty="0" err="1">
                <a:solidFill>
                  <a:srgbClr val="525252"/>
                </a:solidFill>
                <a:effectLst/>
                <a:highlight>
                  <a:srgbClr val="FDF9BF"/>
                </a:highlight>
                <a:latin typeface="Segoe UI" panose="020B0502040204020203" pitchFamily="34" charset="0"/>
              </a:rPr>
              <a:t>absespy</a:t>
            </a:r>
            <a:r>
              <a:rPr lang="en-US" altLang="zh-CN" sz="2800" b="0" i="0" dirty="0">
                <a:solidFill>
                  <a:srgbClr val="525252"/>
                </a:solidFill>
                <a:effectLst/>
                <a:highlight>
                  <a:srgbClr val="FDF9BF"/>
                </a:highlight>
                <a:latin typeface="Segoe UI" panose="020B0502040204020203" pitchFamily="34" charset="0"/>
              </a:rPr>
              <a:t> project.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2800" b="0" i="0" kern="100" dirty="0">
              <a:solidFill>
                <a:srgbClr val="525252"/>
              </a:solidFill>
              <a:effectLst/>
              <a:highlight>
                <a:srgbClr val="FDF9BF"/>
              </a:highlight>
              <a:latin typeface="Segoe UI" panose="020B0502040204020203" pitchFamily="34" charset="0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9BB03F-D8C3-A748-B883-1E5D03C19ABA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54974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https://mesa.readthedocs.io/stable/tutorials/1_adding_space.html</a:t>
            </a:r>
            <a:br>
              <a:rPr lang="en-US" altLang="zh-CN" dirty="0"/>
            </a:br>
            <a:endParaRPr lang="en-US" altLang="zh-CN" dirty="0"/>
          </a:p>
          <a:p>
            <a:r>
              <a:rPr lang="en-US" altLang="zh-CN" b="1" dirty="0"/>
              <a:t>Space (</a:t>
            </a:r>
            <a:r>
              <a:rPr lang="zh-CN" altLang="en-US" b="1" dirty="0"/>
              <a:t>空间</a:t>
            </a:r>
            <a:r>
              <a:rPr lang="en-US" altLang="zh-CN" b="1" dirty="0"/>
              <a:t>):</a:t>
            </a:r>
            <a:r>
              <a:rPr lang="zh-CN" altLang="en-US" dirty="0"/>
              <a:t> 定义了代理在其中移动和交互的结构</a:t>
            </a:r>
            <a:endParaRPr lang="en-US" altLang="zh-CN" dirty="0"/>
          </a:p>
          <a:p>
            <a:br>
              <a:rPr lang="en-US" altLang="zh-CN" dirty="0"/>
            </a:br>
            <a:r>
              <a:rPr lang="en-US" altLang="zh-CN" b="1" dirty="0"/>
              <a:t>1. Grid-based Space (</a:t>
            </a:r>
            <a:r>
              <a:rPr lang="zh-CN" altLang="en-US" b="1" dirty="0"/>
              <a:t>网格空间</a:t>
            </a:r>
            <a:r>
              <a:rPr lang="en-US" altLang="zh-CN" b="1" dirty="0"/>
              <a:t>)</a:t>
            </a:r>
          </a:p>
          <a:p>
            <a:r>
              <a:rPr lang="zh-CN" altLang="en-US" dirty="0"/>
              <a:t>这是最常见的一种，代理被限制在一个离散的网格中移动，每个单元格可以是空的，也可以容纳一个或多个代理。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9BB03F-D8C3-A748-B883-1E5D03C19ABA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56712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songshgeo.com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.jpeg"/><Relationship Id="rId5" Type="http://schemas.openxmlformats.org/officeDocument/2006/relationships/hyperlink" Target="https://www.researchgate.net/profile/Shuang-Song-14" TargetMode="External"/><Relationship Id="rId4" Type="http://schemas.openxmlformats.org/officeDocument/2006/relationships/hyperlink" Target="https://github.com/SongshGeo/yellow-river-fit" TargetMode="Externa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hyperlink" Target="http://www.songshgeo.com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.jpeg"/><Relationship Id="rId5" Type="http://schemas.openxmlformats.org/officeDocument/2006/relationships/hyperlink" Target="https://www.researchgate.net/profile/Shuang-Song-14" TargetMode="External"/><Relationship Id="rId4" Type="http://schemas.openxmlformats.org/officeDocument/2006/relationships/hyperlink" Target="https://github.com/SongshGeo/yellow-river-fit" TargetMode="Externa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14400" y="1262347"/>
            <a:ext cx="10363200" cy="2106272"/>
          </a:xfrm>
        </p:spPr>
        <p:txBody>
          <a:bodyPr anchor="b">
            <a:normAutofit/>
          </a:bodyPr>
          <a:lstStyle>
            <a:lvl1pPr algn="ctr">
              <a:defRPr sz="3600" b="1"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defRPr>
            </a:lvl1pPr>
          </a:lstStyle>
          <a:p>
            <a:r>
              <a:rPr lang="zh-CN" altLang="en-US" dirty="0"/>
              <a:t>这是主标题</a:t>
            </a:r>
            <a:br>
              <a:rPr lang="en-US" altLang="zh-CN" dirty="0"/>
            </a:br>
            <a:r>
              <a:rPr lang="en-US" altLang="zh-CN" dirty="0"/>
              <a:t>This is the main title</a:t>
            </a:r>
            <a:endParaRPr lang="en-US" dirty="0"/>
          </a:p>
        </p:txBody>
      </p:sp>
      <p:grpSp>
        <p:nvGrpSpPr>
          <p:cNvPr id="8" name="组合 7">
            <a:extLst>
              <a:ext uri="{FF2B5EF4-FFF2-40B4-BE49-F238E27FC236}">
                <a16:creationId xmlns:a16="http://schemas.microsoft.com/office/drawing/2014/main" id="{24DB9EE2-34B6-19D7-DB1C-7B247052D44C}"/>
              </a:ext>
            </a:extLst>
          </p:cNvPr>
          <p:cNvGrpSpPr/>
          <p:nvPr userDrawn="1"/>
        </p:nvGrpSpPr>
        <p:grpSpPr>
          <a:xfrm>
            <a:off x="2806224" y="641440"/>
            <a:ext cx="6458003" cy="435318"/>
            <a:chOff x="2104668" y="641440"/>
            <a:chExt cx="4843502" cy="435318"/>
          </a:xfrm>
        </p:grpSpPr>
        <p:cxnSp>
          <p:nvCxnSpPr>
            <p:cNvPr id="10" name="直接连接符 26">
              <a:extLst>
                <a:ext uri="{FF2B5EF4-FFF2-40B4-BE49-F238E27FC236}">
                  <a16:creationId xmlns:a16="http://schemas.microsoft.com/office/drawing/2014/main" id="{3692D6C2-01AD-19BC-1830-5250F533B8DA}"/>
                </a:ext>
              </a:extLst>
            </p:cNvPr>
            <p:cNvCxnSpPr/>
            <p:nvPr/>
          </p:nvCxnSpPr>
          <p:spPr>
            <a:xfrm>
              <a:off x="5354320" y="662338"/>
              <a:ext cx="0" cy="36576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1" name="图片 10">
              <a:extLst>
                <a:ext uri="{FF2B5EF4-FFF2-40B4-BE49-F238E27FC236}">
                  <a16:creationId xmlns:a16="http://schemas.microsoft.com/office/drawing/2014/main" id="{61E7D554-4CBD-5FB2-35B0-9819A8ED262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00370" y="641440"/>
              <a:ext cx="1447800" cy="435318"/>
            </a:xfrm>
            <a:prstGeom prst="rect">
              <a:avLst/>
            </a:prstGeom>
          </p:spPr>
        </p:pic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6B97F479-B722-90D3-FBE3-2910FED7EA15}"/>
                </a:ext>
              </a:extLst>
            </p:cNvPr>
            <p:cNvSpPr txBox="1"/>
            <p:nvPr/>
          </p:nvSpPr>
          <p:spPr>
            <a:xfrm>
              <a:off x="2104668" y="685106"/>
              <a:ext cx="3024228" cy="34163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indent="0" algn="ctr" defTabSz="914400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b="1">
                  <a:solidFill>
                    <a:srgbClr val="9B9B9B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Arial" panose="020B0604020202020204" pitchFamily="34" charset="0"/>
                </a:defRPr>
              </a:lvl1pPr>
              <a:lvl2pPr indent="0" algn="ctr" defTabSz="9144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/>
              </a:lvl2pPr>
              <a:lvl3pPr indent="0" algn="ctr" defTabSz="9144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</a:lvl3pPr>
              <a:lvl4pPr indent="0" algn="ctr" defTabSz="9144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/>
              </a:lvl4pPr>
              <a:lvl5pPr indent="0" algn="ctr" defTabSz="9144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/>
              </a:lvl5pPr>
              <a:lvl6pPr indent="0" algn="ctr" defTabSz="9144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/>
              </a:lvl6pPr>
              <a:lvl7pPr indent="0" algn="ctr" defTabSz="9144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/>
              </a:lvl7pPr>
              <a:lvl8pPr indent="0" algn="ctr" defTabSz="9144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/>
              </a:lvl8pPr>
              <a:lvl9pPr indent="0" algn="ctr" defTabSz="9144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/>
              </a:lvl9pPr>
            </a:lstStyle>
            <a:p>
              <a:r>
                <a:rPr lang="en-US" altLang="zh-CN" sz="1800" dirty="0"/>
                <a:t>Beijing Normal University</a:t>
              </a:r>
              <a:endParaRPr lang="zh-CN" altLang="en-US" sz="1800" dirty="0"/>
            </a:p>
          </p:txBody>
        </p:sp>
      </p:grpSp>
      <p:sp>
        <p:nvSpPr>
          <p:cNvPr id="13" name="文本框 12">
            <a:extLst>
              <a:ext uri="{FF2B5EF4-FFF2-40B4-BE49-F238E27FC236}">
                <a16:creationId xmlns:a16="http://schemas.microsoft.com/office/drawing/2014/main" id="{AB4636F8-C9B1-FD08-F6AE-3B6850F52465}"/>
              </a:ext>
            </a:extLst>
          </p:cNvPr>
          <p:cNvSpPr txBox="1"/>
          <p:nvPr userDrawn="1"/>
        </p:nvSpPr>
        <p:spPr>
          <a:xfrm>
            <a:off x="2641600" y="5308982"/>
            <a:ext cx="580982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</a:rPr>
              <a:t>Contact me:</a:t>
            </a:r>
          </a:p>
          <a:p>
            <a:r>
              <a:rPr lang="en-US" altLang="zh-CN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Website: </a:t>
            </a:r>
            <a:r>
              <a:rPr lang="en-US" altLang="zh-CN" sz="1100" dirty="0">
                <a:solidFill>
                  <a:schemeClr val="tx1">
                    <a:lumMod val="50000"/>
                    <a:lumOff val="5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www.songshgeo.com</a:t>
            </a:r>
            <a:endParaRPr lang="en-US" altLang="zh-CN" sz="11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en-US" altLang="zh-CN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GitHub: </a:t>
            </a:r>
            <a:r>
              <a:rPr lang="en-US" altLang="zh-CN" sz="1100" dirty="0">
                <a:solidFill>
                  <a:schemeClr val="tx1">
                    <a:lumMod val="50000"/>
                    <a:lumOff val="50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https://github.com/SongshGeo</a:t>
            </a:r>
            <a:endParaRPr lang="en-US" altLang="zh-CN" sz="11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en-US" altLang="zh-CN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Research Gate: </a:t>
            </a:r>
            <a:r>
              <a:rPr lang="en-US" altLang="zh-CN" sz="1100" dirty="0">
                <a:solidFill>
                  <a:schemeClr val="tx1">
                    <a:lumMod val="50000"/>
                    <a:lumOff val="50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https://www.researchgate.net/profile/Shuang-Song-14</a:t>
            </a:r>
            <a:endParaRPr lang="en-US" altLang="zh-CN" sz="11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en-US" altLang="zh-CN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Twitter: @ShuangSong11	Email: </a:t>
            </a:r>
            <a:r>
              <a:rPr lang="en-US" altLang="zh-CN" sz="11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songshgeo@gmail.com</a:t>
            </a:r>
            <a:endParaRPr lang="en-US" altLang="zh-CN" sz="11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79D1C09-EAED-9FF9-7A56-E640E8C0510B}"/>
              </a:ext>
            </a:extLst>
          </p:cNvPr>
          <p:cNvSpPr/>
          <p:nvPr userDrawn="1"/>
        </p:nvSpPr>
        <p:spPr>
          <a:xfrm>
            <a:off x="4564401" y="4786073"/>
            <a:ext cx="3038400" cy="180563"/>
          </a:xfrm>
          <a:prstGeom prst="rect">
            <a:avLst/>
          </a:prstGeom>
          <a:solidFill>
            <a:srgbClr val="006C4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pic>
        <p:nvPicPr>
          <p:cNvPr id="18" name="图片 17">
            <a:extLst>
              <a:ext uri="{FF2B5EF4-FFF2-40B4-BE49-F238E27FC236}">
                <a16:creationId xmlns:a16="http://schemas.microsoft.com/office/drawing/2014/main" id="{C1DAE35E-7686-349D-8741-E2D221F227C8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524001" y="5404620"/>
            <a:ext cx="1020276" cy="765207"/>
          </a:xfrm>
          <a:prstGeom prst="ellipse">
            <a:avLst/>
          </a:prstGeom>
        </p:spPr>
      </p:pic>
      <p:sp>
        <p:nvSpPr>
          <p:cNvPr id="3" name="文本占位符 5">
            <a:extLst>
              <a:ext uri="{FF2B5EF4-FFF2-40B4-BE49-F238E27FC236}">
                <a16:creationId xmlns:a16="http://schemas.microsoft.com/office/drawing/2014/main" id="{C528C7F5-E1DB-6AF7-A22F-6B88E0D79AF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04001" y="4462975"/>
            <a:ext cx="3759201" cy="307777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ctr">
              <a:buNone/>
              <a:defRPr lang="zh-CN" altLang="en-US" sz="1600" dirty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altLang="zh-CN" dirty="0"/>
              <a:t>Lecturer:</a:t>
            </a:r>
          </a:p>
        </p:txBody>
      </p:sp>
      <p:sp>
        <p:nvSpPr>
          <p:cNvPr id="4" name="文本占位符 5">
            <a:extLst>
              <a:ext uri="{FF2B5EF4-FFF2-40B4-BE49-F238E27FC236}">
                <a16:creationId xmlns:a16="http://schemas.microsoft.com/office/drawing/2014/main" id="{41CC7580-C4D6-FBC2-2D38-694424706C7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313581" y="4733237"/>
            <a:ext cx="1564851" cy="286232"/>
          </a:xfrm>
          <a:noFill/>
        </p:spPr>
        <p:txBody>
          <a:bodyPr wrap="none" rtlCol="0">
            <a:spAutoFit/>
          </a:bodyPr>
          <a:lstStyle>
            <a:lvl1pPr marL="0" indent="0" algn="ctr">
              <a:buNone/>
              <a:defRPr kumimoji="1" lang="zh-CN" altLang="en-US" sz="1400" dirty="0">
                <a:solidFill>
                  <a:schemeClr val="bg1">
                    <a:lumMod val="95000"/>
                  </a:schemeClr>
                </a:solidFill>
                <a:latin typeface="Tw Cen MT" panose="020B0602020104020603" pitchFamily="34" charset="0"/>
                <a:ea typeface="+mn-ea"/>
              </a:defRPr>
            </a:lvl1pPr>
          </a:lstStyle>
          <a:p>
            <a:pPr marL="0" lvl="0" defTabSz="457200"/>
            <a:r>
              <a:rPr kumimoji="1" lang="en-US" altLang="zh-CN" dirty="0"/>
              <a:t>Title of the lecturer</a:t>
            </a:r>
            <a:endParaRPr kumimoji="1" lang="zh-CN" altLang="en-US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143B0A7-9BA9-BB32-4CC3-31D7FF3F3720}"/>
              </a:ext>
            </a:extLst>
          </p:cNvPr>
          <p:cNvSpPr/>
          <p:nvPr userDrawn="1"/>
        </p:nvSpPr>
        <p:spPr>
          <a:xfrm>
            <a:off x="2580640" y="1122364"/>
            <a:ext cx="7030720" cy="45719"/>
          </a:xfrm>
          <a:prstGeom prst="rect">
            <a:avLst/>
          </a:prstGeom>
          <a:solidFill>
            <a:srgbClr val="006C4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DB8CBC98-300E-9A3A-2530-C489C8B8AEF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14400" y="3423338"/>
            <a:ext cx="10363200" cy="952500"/>
          </a:xfrm>
        </p:spPr>
        <p:txBody>
          <a:bodyPr/>
          <a:lstStyle>
            <a:lvl1pPr marL="0" indent="0" algn="ctr">
              <a:buNone/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kumimoji="1" lang="en-US" altLang="zh-CN" dirty="0"/>
              <a:t>Maybe you need subtitle here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7337931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日期占位符 3">
            <a:extLst>
              <a:ext uri="{FF2B5EF4-FFF2-40B4-BE49-F238E27FC236}">
                <a16:creationId xmlns:a16="http://schemas.microsoft.com/office/drawing/2014/main" id="{FA19B4E8-66E5-9F23-B358-07826C0E0C9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535054"/>
            <a:ext cx="2743200" cy="365125"/>
          </a:xfrm>
        </p:spPr>
        <p:txBody>
          <a:bodyPr/>
          <a:lstStyle/>
          <a:p>
            <a:fld id="{30CA375C-7126-4F54-BD01-D19F340EEB06}" type="datetime1">
              <a:rPr lang="zh-CN" altLang="en-US" smtClean="0"/>
              <a:t>2025/12/5</a:t>
            </a:fld>
            <a:endParaRPr lang="zh-CN" altLang="en-US"/>
          </a:p>
        </p:txBody>
      </p:sp>
      <p:sp>
        <p:nvSpPr>
          <p:cNvPr id="7" name="灯片编号占位符 5">
            <a:extLst>
              <a:ext uri="{FF2B5EF4-FFF2-40B4-BE49-F238E27FC236}">
                <a16:creationId xmlns:a16="http://schemas.microsoft.com/office/drawing/2014/main" id="{9D2DA078-5A26-3246-1FFE-BAE7ACF6C3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530673"/>
            <a:ext cx="2743200" cy="365125"/>
          </a:xfrm>
        </p:spPr>
        <p:txBody>
          <a:bodyPr/>
          <a:lstStyle/>
          <a:p>
            <a:fld id="{2295A77A-6E3C-4C93-9424-737BC9EE8C1D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E39994D9-E5B9-7AF4-CE95-FD1461D0C7C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582"/>
          <a:stretch/>
        </p:blipFill>
        <p:spPr>
          <a:xfrm>
            <a:off x="-2097" y="1468502"/>
            <a:ext cx="12192000" cy="4351338"/>
          </a:xfrm>
          <a:prstGeom prst="rect">
            <a:avLst/>
          </a:prstGeom>
        </p:spPr>
      </p:pic>
      <p:sp>
        <p:nvSpPr>
          <p:cNvPr id="15" name="矩形: 圆角 61">
            <a:extLst>
              <a:ext uri="{FF2B5EF4-FFF2-40B4-BE49-F238E27FC236}">
                <a16:creationId xmlns:a16="http://schemas.microsoft.com/office/drawing/2014/main" id="{F2579A77-0560-2F51-C469-92DD91F81DCE}"/>
              </a:ext>
            </a:extLst>
          </p:cNvPr>
          <p:cNvSpPr/>
          <p:nvPr userDrawn="1"/>
        </p:nvSpPr>
        <p:spPr>
          <a:xfrm>
            <a:off x="4542809" y="5639777"/>
            <a:ext cx="3102187" cy="36012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57150">
            <a:solidFill>
              <a:srgbClr val="006C4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 dirty="0">
                <a:solidFill>
                  <a:srgbClr val="006C4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View All  &gt;&gt;</a:t>
            </a:r>
            <a:endParaRPr lang="zh-CN" altLang="en-US" sz="1400" b="1" dirty="0">
              <a:solidFill>
                <a:srgbClr val="006C4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2BB493FE-9185-1F1A-76BC-07AFA549472B}"/>
              </a:ext>
            </a:extLst>
          </p:cNvPr>
          <p:cNvSpPr/>
          <p:nvPr userDrawn="1"/>
        </p:nvSpPr>
        <p:spPr>
          <a:xfrm>
            <a:off x="0" y="1"/>
            <a:ext cx="12192000" cy="13652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5DFD806-5186-EB03-AF4D-6A48D5E43955}"/>
              </a:ext>
            </a:extLst>
          </p:cNvPr>
          <p:cNvSpPr/>
          <p:nvPr userDrawn="1"/>
        </p:nvSpPr>
        <p:spPr>
          <a:xfrm>
            <a:off x="729114" y="2"/>
            <a:ext cx="2607644" cy="136523"/>
          </a:xfrm>
          <a:prstGeom prst="rect">
            <a:avLst/>
          </a:prstGeom>
          <a:solidFill>
            <a:srgbClr val="006C4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4DF0ECC9-9D2F-D3F9-17A6-67FD02EBAF51}"/>
              </a:ext>
            </a:extLst>
          </p:cNvPr>
          <p:cNvSpPr/>
          <p:nvPr/>
        </p:nvSpPr>
        <p:spPr>
          <a:xfrm>
            <a:off x="593428" y="2164419"/>
            <a:ext cx="2422416" cy="2959492"/>
          </a:xfrm>
          <a:prstGeom prst="rect">
            <a:avLst/>
          </a:prstGeom>
          <a:solidFill>
            <a:srgbClr val="006C42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>
              <a:solidFill>
                <a:schemeClr val="bg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07DAE9D9-D5B6-98AC-6EBE-394855847619}"/>
              </a:ext>
            </a:extLst>
          </p:cNvPr>
          <p:cNvSpPr/>
          <p:nvPr/>
        </p:nvSpPr>
        <p:spPr>
          <a:xfrm>
            <a:off x="3454339" y="2164419"/>
            <a:ext cx="2422416" cy="2959492"/>
          </a:xfrm>
          <a:prstGeom prst="rect">
            <a:avLst/>
          </a:prstGeom>
          <a:solidFill>
            <a:srgbClr val="006C42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>
              <a:solidFill>
                <a:schemeClr val="bg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5D8B5F24-EFAB-91E3-6655-63457454D37C}"/>
              </a:ext>
            </a:extLst>
          </p:cNvPr>
          <p:cNvSpPr/>
          <p:nvPr/>
        </p:nvSpPr>
        <p:spPr>
          <a:xfrm>
            <a:off x="6315249" y="2153920"/>
            <a:ext cx="2422416" cy="2959492"/>
          </a:xfrm>
          <a:prstGeom prst="rect">
            <a:avLst/>
          </a:prstGeom>
          <a:solidFill>
            <a:srgbClr val="006C42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>
              <a:solidFill>
                <a:schemeClr val="bg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128EA7D8-8698-D716-7F09-09F8A99DA107}"/>
              </a:ext>
            </a:extLst>
          </p:cNvPr>
          <p:cNvSpPr/>
          <p:nvPr/>
        </p:nvSpPr>
        <p:spPr>
          <a:xfrm>
            <a:off x="9176159" y="2153920"/>
            <a:ext cx="2422416" cy="2959492"/>
          </a:xfrm>
          <a:prstGeom prst="rect">
            <a:avLst/>
          </a:prstGeom>
          <a:solidFill>
            <a:srgbClr val="006C42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>
              <a:solidFill>
                <a:schemeClr val="bg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13B08FA2-05C7-0BAE-2087-E8B6BD152FF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08860" y="386781"/>
            <a:ext cx="7574280" cy="903004"/>
          </a:xfrm>
        </p:spPr>
        <p:txBody>
          <a:bodyPr>
            <a:normAutofit/>
          </a:bodyPr>
          <a:lstStyle>
            <a:lvl1pPr algn="ctr">
              <a:defRPr sz="3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kumimoji="1" lang="en-US" altLang="zh-CN" dirty="0"/>
              <a:t>Outlines</a:t>
            </a:r>
            <a:endParaRPr kumimoji="1" lang="zh-CN" altLang="en-US" dirty="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41A289A-FB89-2207-C623-BEED73E07360}"/>
              </a:ext>
            </a:extLst>
          </p:cNvPr>
          <p:cNvSpPr/>
          <p:nvPr userDrawn="1"/>
        </p:nvSpPr>
        <p:spPr>
          <a:xfrm>
            <a:off x="2580640" y="1122364"/>
            <a:ext cx="7030720" cy="45719"/>
          </a:xfrm>
          <a:prstGeom prst="rect">
            <a:avLst/>
          </a:prstGeom>
          <a:solidFill>
            <a:srgbClr val="006C4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ED2E798-294A-5B9F-67F0-A5DB4068C63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3425" y="2684932"/>
            <a:ext cx="2422416" cy="286232"/>
          </a:xfrm>
          <a:noFill/>
        </p:spPr>
        <p:txBody>
          <a:bodyPr wrap="square" rtlCol="0">
            <a:spAutoFit/>
          </a:bodyPr>
          <a:lstStyle>
            <a:lvl1pPr>
              <a:defRPr kumimoji="1" lang="zh-CN" alt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285750" lvl="0" indent="-285750" defTabSz="457200">
              <a:buFont typeface="Wingdings" pitchFamily="2" charset="2"/>
              <a:buChar char="n"/>
            </a:pPr>
            <a:r>
              <a:rPr kumimoji="1" lang="zh-CN" altLang="en-US" dirty="0"/>
              <a:t>写点什么</a:t>
            </a:r>
          </a:p>
        </p:txBody>
      </p:sp>
      <p:sp>
        <p:nvSpPr>
          <p:cNvPr id="8" name="内容占位符 2">
            <a:extLst>
              <a:ext uri="{FF2B5EF4-FFF2-40B4-BE49-F238E27FC236}">
                <a16:creationId xmlns:a16="http://schemas.microsoft.com/office/drawing/2014/main" id="{150A5EF4-A7F7-C232-2879-0AD99039AB02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454336" y="2684932"/>
            <a:ext cx="2422416" cy="286232"/>
          </a:xfrm>
          <a:noFill/>
        </p:spPr>
        <p:txBody>
          <a:bodyPr wrap="square" rtlCol="0">
            <a:spAutoFit/>
          </a:bodyPr>
          <a:lstStyle>
            <a:lvl1pPr>
              <a:defRPr kumimoji="1" lang="zh-CN" alt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285750" lvl="0" indent="-285750" defTabSz="457200">
              <a:buFont typeface="Wingdings" pitchFamily="2" charset="2"/>
              <a:buChar char="n"/>
            </a:pPr>
            <a:r>
              <a:rPr kumimoji="1" lang="zh-CN" altLang="en-US" dirty="0"/>
              <a:t>写点什么</a:t>
            </a:r>
          </a:p>
        </p:txBody>
      </p:sp>
      <p:sp>
        <p:nvSpPr>
          <p:cNvPr id="9" name="内容占位符 2">
            <a:extLst>
              <a:ext uri="{FF2B5EF4-FFF2-40B4-BE49-F238E27FC236}">
                <a16:creationId xmlns:a16="http://schemas.microsoft.com/office/drawing/2014/main" id="{342F126C-D244-C5EF-50B1-A677630636D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315249" y="2684932"/>
            <a:ext cx="2422416" cy="286232"/>
          </a:xfrm>
          <a:noFill/>
        </p:spPr>
        <p:txBody>
          <a:bodyPr wrap="square" rtlCol="0">
            <a:spAutoFit/>
          </a:bodyPr>
          <a:lstStyle>
            <a:lvl1pPr>
              <a:defRPr kumimoji="1" lang="zh-CN" alt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285750" lvl="0" indent="-285750" defTabSz="457200">
              <a:buFont typeface="Wingdings" pitchFamily="2" charset="2"/>
              <a:buChar char="n"/>
            </a:pPr>
            <a:r>
              <a:rPr kumimoji="1" lang="zh-CN" altLang="en-US" dirty="0"/>
              <a:t>写点什么</a:t>
            </a:r>
          </a:p>
        </p:txBody>
      </p:sp>
      <p:sp>
        <p:nvSpPr>
          <p:cNvPr id="10" name="内容占位符 2">
            <a:extLst>
              <a:ext uri="{FF2B5EF4-FFF2-40B4-BE49-F238E27FC236}">
                <a16:creationId xmlns:a16="http://schemas.microsoft.com/office/drawing/2014/main" id="{5F2796A8-555F-260E-BDAC-44308B019CD3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9176157" y="2684932"/>
            <a:ext cx="2422416" cy="286232"/>
          </a:xfrm>
          <a:noFill/>
        </p:spPr>
        <p:txBody>
          <a:bodyPr wrap="square" rtlCol="0">
            <a:spAutoFit/>
          </a:bodyPr>
          <a:lstStyle>
            <a:lvl1pPr>
              <a:defRPr kumimoji="1" lang="zh-CN" alt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285750" lvl="0" indent="-285750" defTabSz="457200">
              <a:buFont typeface="Wingdings" pitchFamily="2" charset="2"/>
              <a:buChar char="n"/>
            </a:pPr>
            <a:r>
              <a:rPr kumimoji="1" lang="zh-CN" altLang="en-US" dirty="0"/>
              <a:t>写点什么</a:t>
            </a:r>
          </a:p>
        </p:txBody>
      </p:sp>
      <p:sp>
        <p:nvSpPr>
          <p:cNvPr id="14" name="内容占位符 13">
            <a:extLst>
              <a:ext uri="{FF2B5EF4-FFF2-40B4-BE49-F238E27FC236}">
                <a16:creationId xmlns:a16="http://schemas.microsoft.com/office/drawing/2014/main" id="{6BD2290F-4226-26FE-6A56-DA2144A8E92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08131" y="2180069"/>
            <a:ext cx="2414400" cy="313932"/>
          </a:xfrm>
          <a:solidFill>
            <a:srgbClr val="006C42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>
            <a:lvl1pPr marL="0" indent="0">
              <a:buNone/>
              <a:defRPr lang="zh-CN" altLang="en-US" sz="1600" dirty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1pPr>
          </a:lstStyle>
          <a:p>
            <a:pPr marL="0" lvl="0" algn="ctr" defTabSz="457200"/>
            <a:r>
              <a:rPr kumimoji="1" lang="en-US" altLang="zh-CN" dirty="0"/>
              <a:t>Part 1</a:t>
            </a:r>
            <a:endParaRPr kumimoji="1" lang="zh-CN" altLang="en-US" dirty="0"/>
          </a:p>
        </p:txBody>
      </p:sp>
      <p:sp>
        <p:nvSpPr>
          <p:cNvPr id="16" name="内容占位符 13">
            <a:extLst>
              <a:ext uri="{FF2B5EF4-FFF2-40B4-BE49-F238E27FC236}">
                <a16:creationId xmlns:a16="http://schemas.microsoft.com/office/drawing/2014/main" id="{454A8133-1699-16C2-2770-9284689B62C0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3462352" y="2180069"/>
            <a:ext cx="2414400" cy="313932"/>
          </a:xfrm>
          <a:solidFill>
            <a:srgbClr val="006C42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>
            <a:lvl1pPr marL="0" indent="0">
              <a:buNone/>
              <a:defRPr lang="zh-CN" altLang="en-US" sz="1600" dirty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1pPr>
          </a:lstStyle>
          <a:p>
            <a:pPr marL="0" lvl="0" algn="ctr" defTabSz="457200"/>
            <a:r>
              <a:rPr kumimoji="1" lang="en-US" altLang="zh-CN" dirty="0"/>
              <a:t>Part 2</a:t>
            </a:r>
            <a:endParaRPr kumimoji="1" lang="zh-CN" altLang="en-US" dirty="0"/>
          </a:p>
        </p:txBody>
      </p:sp>
      <p:sp>
        <p:nvSpPr>
          <p:cNvPr id="19" name="内容占位符 13">
            <a:extLst>
              <a:ext uri="{FF2B5EF4-FFF2-40B4-BE49-F238E27FC236}">
                <a16:creationId xmlns:a16="http://schemas.microsoft.com/office/drawing/2014/main" id="{1026E2E8-A4AF-974E-B643-6EDEC9686723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323265" y="2180069"/>
            <a:ext cx="2414400" cy="313932"/>
          </a:xfrm>
          <a:solidFill>
            <a:srgbClr val="006C42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>
            <a:lvl1pPr marL="0" indent="0">
              <a:buNone/>
              <a:defRPr lang="zh-CN" altLang="en-US" sz="1600" dirty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1pPr>
          </a:lstStyle>
          <a:p>
            <a:pPr marL="0" lvl="0" algn="ctr" defTabSz="457200"/>
            <a:r>
              <a:rPr kumimoji="1" lang="en-US" altLang="zh-CN" dirty="0"/>
              <a:t>Part 3</a:t>
            </a:r>
            <a:endParaRPr kumimoji="1" lang="zh-CN" altLang="en-US" dirty="0"/>
          </a:p>
        </p:txBody>
      </p:sp>
      <p:sp>
        <p:nvSpPr>
          <p:cNvPr id="20" name="内容占位符 13">
            <a:extLst>
              <a:ext uri="{FF2B5EF4-FFF2-40B4-BE49-F238E27FC236}">
                <a16:creationId xmlns:a16="http://schemas.microsoft.com/office/drawing/2014/main" id="{9678DDEB-DA84-E35B-7B08-3FDFE3D0807C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9184172" y="2180069"/>
            <a:ext cx="2414400" cy="313932"/>
          </a:xfrm>
          <a:solidFill>
            <a:srgbClr val="006C42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>
            <a:lvl1pPr marL="0" indent="0">
              <a:buNone/>
              <a:defRPr lang="zh-CN" altLang="en-US" sz="1600" dirty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1pPr>
          </a:lstStyle>
          <a:p>
            <a:pPr marL="0" lvl="0" algn="ctr" defTabSz="457200"/>
            <a:r>
              <a:rPr kumimoji="1" lang="en-US" altLang="zh-CN" dirty="0"/>
              <a:t>Part 4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8197317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小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43C20E1F-80E3-F333-606B-4677B58E8167}"/>
              </a:ext>
            </a:extLst>
          </p:cNvPr>
          <p:cNvSpPr txBox="1"/>
          <p:nvPr userDrawn="1"/>
        </p:nvSpPr>
        <p:spPr>
          <a:xfrm>
            <a:off x="1401823" y="2196355"/>
            <a:ext cx="6108832" cy="1685077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lvl1pPr lvl="0"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11500" b="1">
                <a:solidFill>
                  <a:srgbClr val="CCE2D9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685800" indent="-228600" defTabSz="9144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1">
                <a:latin typeface="Microsoft YaHei" panose="020B0503020204020204" pitchFamily="34" charset="-122"/>
                <a:ea typeface="Microsoft YaHei" panose="020B0503020204020204" pitchFamily="34" charset="-122"/>
              </a:defRPr>
            </a:lvl2pPr>
            <a:lvl3pPr marL="1143000" indent="-228600" defTabSz="9144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 marL="1600200" indent="-228600" defTabSz="9144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>
                <a:latin typeface="Microsoft YaHei" panose="020B0503020204020204" pitchFamily="34" charset="-122"/>
                <a:ea typeface="Microsoft YaHei" panose="020B0503020204020204" pitchFamily="34" charset="-122"/>
              </a:defRPr>
            </a:lvl4pPr>
            <a:lvl5pPr marL="2057400" indent="-228600" defTabSz="9144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>
                <a:latin typeface="Microsoft YaHei" panose="020B0503020204020204" pitchFamily="34" charset="-122"/>
                <a:ea typeface="Microsoft YaHei" panose="020B0503020204020204" pitchFamily="34" charset="-122"/>
              </a:defRPr>
            </a:lvl5pPr>
            <a:lvl6pPr marL="2514600" indent="-228600" defTabSz="9144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 defTabSz="9144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 defTabSz="9144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 defTabSz="9144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altLang="zh-CN" sz="11500" dirty="0"/>
              <a:t>Part</a:t>
            </a:r>
            <a:endParaRPr lang="zh-CN" altLang="en-US" sz="11500" dirty="0"/>
          </a:p>
        </p:txBody>
      </p:sp>
      <p:sp>
        <p:nvSpPr>
          <p:cNvPr id="11" name="文本占位符 10">
            <a:extLst>
              <a:ext uri="{FF2B5EF4-FFF2-40B4-BE49-F238E27FC236}">
                <a16:creationId xmlns:a16="http://schemas.microsoft.com/office/drawing/2014/main" id="{495FF6FC-B27A-01E3-5B2F-7511A621EF4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749490" y="2152692"/>
            <a:ext cx="3177081" cy="1685077"/>
          </a:xfr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zh-CN" altLang="en-US" sz="11500" dirty="0">
                <a:solidFill>
                  <a:srgbClr val="CCE2D9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0" lvl="0" defTabSz="457200"/>
            <a:r>
              <a:rPr kumimoji="1" lang="en-US" altLang="zh-CN" dirty="0"/>
              <a:t>X</a:t>
            </a:r>
            <a:endParaRPr kumimoji="1" lang="zh-CN" altLang="en-US" dirty="0"/>
          </a:p>
        </p:txBody>
      </p:sp>
      <p:sp>
        <p:nvSpPr>
          <p:cNvPr id="13" name="文本占位符 12">
            <a:extLst>
              <a:ext uri="{FF2B5EF4-FFF2-40B4-BE49-F238E27FC236}">
                <a16:creationId xmlns:a16="http://schemas.microsoft.com/office/drawing/2014/main" id="{45D35BFC-7379-5325-AF7A-CF488E5D4A0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863237" y="3133535"/>
            <a:ext cx="5004203" cy="590931"/>
          </a:xfrm>
          <a:solidFill>
            <a:schemeClr val="bg1">
              <a:alpha val="60000"/>
            </a:schemeClr>
          </a:solidFill>
        </p:spPr>
        <p:txBody>
          <a:bodyPr wrap="square">
            <a:spAutoFit/>
          </a:bodyPr>
          <a:lstStyle>
            <a:lvl1pPr marL="0" indent="0" algn="l">
              <a:buNone/>
              <a:defRPr lang="zh-CN" altLang="en-US" sz="3600" dirty="0">
                <a:solidFill>
                  <a:srgbClr val="006C43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1pPr>
          </a:lstStyle>
          <a:p>
            <a:pPr marL="0" lvl="0" algn="ctr" defTabSz="457200"/>
            <a:r>
              <a:rPr kumimoji="1" lang="en-US" altLang="zh-CN" dirty="0"/>
              <a:t>Section title</a:t>
            </a:r>
            <a:endParaRPr kumimoji="1" lang="zh-CN" altLang="en-US" dirty="0"/>
          </a:p>
        </p:txBody>
      </p:sp>
      <p:sp>
        <p:nvSpPr>
          <p:cNvPr id="27" name="日期占位符 3">
            <a:extLst>
              <a:ext uri="{FF2B5EF4-FFF2-40B4-BE49-F238E27FC236}">
                <a16:creationId xmlns:a16="http://schemas.microsoft.com/office/drawing/2014/main" id="{3C07FA1D-1846-B398-31B5-77B8B5ECD47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515803"/>
            <a:ext cx="2743200" cy="365125"/>
          </a:xfrm>
          <a:prstGeom prst="rect">
            <a:avLst/>
          </a:prstGeom>
        </p:spPr>
        <p:txBody>
          <a:bodyPr/>
          <a:lstStyle/>
          <a:p>
            <a:fld id="{1D381888-630E-42DF-B3BB-5A2AED8C809D}" type="datetime1">
              <a:rPr lang="zh-CN" altLang="en-US" smtClean="0"/>
              <a:t>2025/12/5</a:t>
            </a:fld>
            <a:endParaRPr lang="zh-CN" altLang="en-US"/>
          </a:p>
        </p:txBody>
      </p:sp>
      <p:sp>
        <p:nvSpPr>
          <p:cNvPr id="29" name="灯片编号占位符 5">
            <a:extLst>
              <a:ext uri="{FF2B5EF4-FFF2-40B4-BE49-F238E27FC236}">
                <a16:creationId xmlns:a16="http://schemas.microsoft.com/office/drawing/2014/main" id="{B5F27477-EC14-9F21-E8BF-6009BF83E6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515803"/>
            <a:ext cx="2743200" cy="365125"/>
          </a:xfrm>
          <a:prstGeom prst="rect">
            <a:avLst/>
          </a:prstGeom>
        </p:spPr>
        <p:txBody>
          <a:bodyPr/>
          <a:lstStyle/>
          <a:p>
            <a:fld id="{2295A77A-6E3C-4C93-9424-737BC9EE8C1D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4809B915-4AE0-EF7A-B7DB-F50FBB926712}"/>
              </a:ext>
            </a:extLst>
          </p:cNvPr>
          <p:cNvSpPr/>
          <p:nvPr userDrawn="1"/>
        </p:nvSpPr>
        <p:spPr>
          <a:xfrm>
            <a:off x="0" y="1"/>
            <a:ext cx="12192000" cy="13652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E28BF083-1426-16E8-3E73-17E7F217C5A6}"/>
              </a:ext>
            </a:extLst>
          </p:cNvPr>
          <p:cNvSpPr/>
          <p:nvPr userDrawn="1"/>
        </p:nvSpPr>
        <p:spPr>
          <a:xfrm>
            <a:off x="729114" y="2"/>
            <a:ext cx="2607644" cy="136523"/>
          </a:xfrm>
          <a:prstGeom prst="rect">
            <a:avLst/>
          </a:prstGeom>
          <a:solidFill>
            <a:srgbClr val="006C4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17" name="文本占位符 16">
            <a:extLst>
              <a:ext uri="{FF2B5EF4-FFF2-40B4-BE49-F238E27FC236}">
                <a16:creationId xmlns:a16="http://schemas.microsoft.com/office/drawing/2014/main" id="{E009D9D1-CADA-9904-B06C-7D830E04E9D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698426" y="3724465"/>
            <a:ext cx="3286181" cy="313932"/>
          </a:xfr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en-US" altLang="zh-CN" sz="1600" dirty="0" smtClean="0">
                <a:solidFill>
                  <a:srgbClr val="5A5A6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defTabSz="457200"/>
            <a:r>
              <a:rPr kumimoji="1" lang="en-US" altLang="zh-CN" dirty="0"/>
              <a:t>Section subtitle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2E1F4E0-67D0-E156-E504-BB3BF41ABDE5}"/>
              </a:ext>
            </a:extLst>
          </p:cNvPr>
          <p:cNvSpPr/>
          <p:nvPr userDrawn="1"/>
        </p:nvSpPr>
        <p:spPr>
          <a:xfrm>
            <a:off x="3626840" y="3163901"/>
            <a:ext cx="236397" cy="530198"/>
          </a:xfrm>
          <a:prstGeom prst="rect">
            <a:avLst/>
          </a:prstGeom>
          <a:solidFill>
            <a:srgbClr val="006C4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</p:spTree>
    <p:extLst>
      <p:ext uri="{BB962C8B-B14F-4D97-AF65-F5344CB8AC3E}">
        <p14:creationId xmlns:p14="http://schemas.microsoft.com/office/powerpoint/2010/main" val="3233890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科学问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EA3E52CB-DDDF-268C-A48E-DD4F9E45C8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F7F0-7CD8-CF4D-959A-F0FDDC6EF765}" type="datetimeFigureOut">
              <a:rPr kumimoji="1" lang="zh-CN" altLang="en-US" smtClean="0"/>
              <a:t>2025/12/5</a:t>
            </a:fld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2771740-422F-D296-23D6-9ED19EE4B5B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8F315F1-6FBE-414B-B010-AFFEBD9C3A45}" type="slidenum">
              <a:rPr kumimoji="1" lang="zh-CN" altLang="en-US" smtClean="0"/>
              <a:t>‹#›</a:t>
            </a:fld>
            <a:endParaRPr kumimoji="1"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F68A5284-44D0-6B67-920B-971ACD970F7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627"/>
          <a:stretch/>
        </p:blipFill>
        <p:spPr>
          <a:xfrm>
            <a:off x="0" y="1700809"/>
            <a:ext cx="5055659" cy="3528291"/>
          </a:xfrm>
          <a:prstGeom prst="rect">
            <a:avLst/>
          </a:prstGeom>
        </p:spPr>
      </p:pic>
      <p:sp>
        <p:nvSpPr>
          <p:cNvPr id="7" name="圆角矩形 6">
            <a:extLst>
              <a:ext uri="{FF2B5EF4-FFF2-40B4-BE49-F238E27FC236}">
                <a16:creationId xmlns:a16="http://schemas.microsoft.com/office/drawing/2014/main" id="{3B81F2EE-4541-4537-C1B0-D686B85B4BA9}"/>
              </a:ext>
            </a:extLst>
          </p:cNvPr>
          <p:cNvSpPr/>
          <p:nvPr/>
        </p:nvSpPr>
        <p:spPr>
          <a:xfrm>
            <a:off x="3647296" y="2159099"/>
            <a:ext cx="7574645" cy="2910986"/>
          </a:xfrm>
          <a:prstGeom prst="roundRect">
            <a:avLst>
              <a:gd name="adj" fmla="val 11377"/>
            </a:avLst>
          </a:prstGeom>
          <a:solidFill>
            <a:srgbClr val="006C42">
              <a:alpha val="60000"/>
            </a:srgbClr>
          </a:solidFill>
          <a:ln>
            <a:solidFill>
              <a:srgbClr val="006C42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977B21D-51AE-9CC6-4204-0BC840D46972}"/>
              </a:ext>
            </a:extLst>
          </p:cNvPr>
          <p:cNvSpPr/>
          <p:nvPr/>
        </p:nvSpPr>
        <p:spPr>
          <a:xfrm>
            <a:off x="4057141" y="2311243"/>
            <a:ext cx="7108448" cy="255060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endParaRPr lang="zh-CN" altLang="en-US" sz="2000" b="1" dirty="0">
              <a:solidFill>
                <a:srgbClr val="006C43"/>
              </a:solidFill>
              <a:latin typeface="Times New Roman" panose="02020603050405020304" pitchFamily="18" charset="0"/>
              <a:ea typeface="黑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12" name="文本占位符 11">
            <a:extLst>
              <a:ext uri="{FF2B5EF4-FFF2-40B4-BE49-F238E27FC236}">
                <a16:creationId xmlns:a16="http://schemas.microsoft.com/office/drawing/2014/main" id="{0B848E50-60AF-A8FE-1D05-B375636395A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057652" y="2387601"/>
            <a:ext cx="6877049" cy="2474913"/>
          </a:xfrm>
          <a:ln>
            <a:noFill/>
          </a:ln>
        </p:spPr>
        <p:txBody>
          <a:bodyPr>
            <a:normAutofit/>
          </a:bodyPr>
          <a:lstStyle>
            <a:lvl1pPr marL="342900" indent="-342900">
              <a:spcAft>
                <a:spcPts val="600"/>
              </a:spcAft>
              <a:buFont typeface="+mj-lt"/>
              <a:buAutoNum type="alphaLcParenR"/>
              <a:defRPr sz="16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rgbClr val="006C42"/>
                </a:solidFill>
              </a:defRPr>
            </a:lvl3pPr>
            <a:lvl4pPr>
              <a:defRPr sz="1600">
                <a:solidFill>
                  <a:srgbClr val="006C42"/>
                </a:solidFill>
              </a:defRPr>
            </a:lvl4pPr>
            <a:lvl5pPr>
              <a:defRPr sz="1600">
                <a:solidFill>
                  <a:srgbClr val="006C42"/>
                </a:solidFill>
              </a:defRPr>
            </a:lvl5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5F35C84-3B24-4154-47B0-8ADFD95C1288}"/>
              </a:ext>
            </a:extLst>
          </p:cNvPr>
          <p:cNvSpPr/>
          <p:nvPr userDrawn="1"/>
        </p:nvSpPr>
        <p:spPr>
          <a:xfrm>
            <a:off x="0" y="1"/>
            <a:ext cx="12192000" cy="13652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EFEF444-B4BA-95E0-5CB4-0C8C4313938B}"/>
              </a:ext>
            </a:extLst>
          </p:cNvPr>
          <p:cNvSpPr/>
          <p:nvPr userDrawn="1"/>
        </p:nvSpPr>
        <p:spPr>
          <a:xfrm>
            <a:off x="729114" y="2"/>
            <a:ext cx="2607644" cy="265077"/>
          </a:xfrm>
          <a:prstGeom prst="rect">
            <a:avLst/>
          </a:prstGeom>
          <a:solidFill>
            <a:srgbClr val="006C4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50"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6" name="文本占位符 5">
            <a:extLst>
              <a:ext uri="{FF2B5EF4-FFF2-40B4-BE49-F238E27FC236}">
                <a16:creationId xmlns:a16="http://schemas.microsoft.com/office/drawing/2014/main" id="{6EF5C9C7-DF0F-7378-C41E-DA535329515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29113" y="3968"/>
            <a:ext cx="2607733" cy="254260"/>
          </a:xfrm>
        </p:spPr>
        <p:txBody>
          <a:bodyPr>
            <a:normAutofit/>
          </a:bodyPr>
          <a:lstStyle>
            <a:lvl1pPr marL="0" indent="0" algn="ctr" defTabSz="457200" rtl="0" eaLnBrk="1" latinLnBrk="0" hangingPunct="1">
              <a:buNone/>
              <a:defRPr lang="zh-CN" altLang="en-US" sz="1050" b="1" kern="1200" dirty="0">
                <a:solidFill>
                  <a:schemeClr val="lt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</a:lstStyle>
          <a:p>
            <a:pPr lvl="0"/>
            <a:r>
              <a:rPr kumimoji="1" lang="en-US" altLang="zh-CN" dirty="0"/>
              <a:t>Key questions</a:t>
            </a:r>
            <a:endParaRPr kumimoji="1" lang="zh-CN" altLang="en-US" dirty="0"/>
          </a:p>
        </p:txBody>
      </p:sp>
      <p:sp>
        <p:nvSpPr>
          <p:cNvPr id="17" name="标题 1">
            <a:extLst>
              <a:ext uri="{FF2B5EF4-FFF2-40B4-BE49-F238E27FC236}">
                <a16:creationId xmlns:a16="http://schemas.microsoft.com/office/drawing/2014/main" id="{0F183E11-8F0B-D1AD-1FDD-35D8D44267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09800" y="819917"/>
            <a:ext cx="7574280" cy="903004"/>
          </a:xfrm>
        </p:spPr>
        <p:txBody>
          <a:bodyPr>
            <a:normAutofit/>
          </a:bodyPr>
          <a:lstStyle>
            <a:lvl1pPr algn="ctr">
              <a:defRPr sz="3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kumimoji="1" lang="zh-CN" altLang="en-US" dirty="0"/>
              <a:t>插入一个标题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FB6D69D9-7E0D-3263-11DC-7C0B483C8B76}"/>
              </a:ext>
            </a:extLst>
          </p:cNvPr>
          <p:cNvSpPr/>
          <p:nvPr userDrawn="1"/>
        </p:nvSpPr>
        <p:spPr>
          <a:xfrm>
            <a:off x="2580640" y="1555500"/>
            <a:ext cx="7030720" cy="45719"/>
          </a:xfrm>
          <a:prstGeom prst="rect">
            <a:avLst/>
          </a:prstGeom>
          <a:solidFill>
            <a:srgbClr val="006C4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</p:spTree>
    <p:extLst>
      <p:ext uri="{BB962C8B-B14F-4D97-AF65-F5344CB8AC3E}">
        <p14:creationId xmlns:p14="http://schemas.microsoft.com/office/powerpoint/2010/main" val="251892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关键三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7AA801EB-1EDC-B915-ADA3-770B4E6FF1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F7F0-7CD8-CF4D-959A-F0FDDC6EF765}" type="datetimeFigureOut">
              <a:rPr kumimoji="1" lang="zh-CN" altLang="en-US" smtClean="0"/>
              <a:t>2025/12/5</a:t>
            </a:fld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38EA89B-F021-02DE-ACE1-7DE0206E90F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8F315F1-6FBE-414B-B010-AFFEBD9C3A45}" type="slidenum">
              <a:rPr kumimoji="1" lang="zh-CN" altLang="en-US" smtClean="0"/>
              <a:t>‹#›</a:t>
            </a:fld>
            <a:endParaRPr kumimoji="1" lang="zh-CN" altLang="en-US" dirty="0"/>
          </a:p>
        </p:txBody>
      </p:sp>
      <p:sp>
        <p:nvSpPr>
          <p:cNvPr id="5" name="圆角矩形 4">
            <a:extLst>
              <a:ext uri="{FF2B5EF4-FFF2-40B4-BE49-F238E27FC236}">
                <a16:creationId xmlns:a16="http://schemas.microsoft.com/office/drawing/2014/main" id="{189B1B43-6527-DF44-E367-1A866BB3A754}"/>
              </a:ext>
            </a:extLst>
          </p:cNvPr>
          <p:cNvSpPr/>
          <p:nvPr userDrawn="1"/>
        </p:nvSpPr>
        <p:spPr>
          <a:xfrm>
            <a:off x="994401" y="1909721"/>
            <a:ext cx="2901889" cy="3632419"/>
          </a:xfrm>
          <a:prstGeom prst="roundRect">
            <a:avLst>
              <a:gd name="adj" fmla="val 10961"/>
            </a:avLst>
          </a:prstGeom>
          <a:solidFill>
            <a:srgbClr val="CCE2D9"/>
          </a:solidFill>
          <a:ln w="19050">
            <a:solidFill>
              <a:srgbClr val="006C4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 dirty="0"/>
          </a:p>
        </p:txBody>
      </p:sp>
      <p:sp>
        <p:nvSpPr>
          <p:cNvPr id="6" name="圆角矩形 5">
            <a:extLst>
              <a:ext uri="{FF2B5EF4-FFF2-40B4-BE49-F238E27FC236}">
                <a16:creationId xmlns:a16="http://schemas.microsoft.com/office/drawing/2014/main" id="{0CC92A6E-4E90-FA0A-837A-C7497130CF83}"/>
              </a:ext>
            </a:extLst>
          </p:cNvPr>
          <p:cNvSpPr/>
          <p:nvPr userDrawn="1"/>
        </p:nvSpPr>
        <p:spPr>
          <a:xfrm>
            <a:off x="4645057" y="1909721"/>
            <a:ext cx="2901889" cy="3632419"/>
          </a:xfrm>
          <a:prstGeom prst="roundRect">
            <a:avLst>
              <a:gd name="adj" fmla="val 10961"/>
            </a:avLst>
          </a:prstGeom>
          <a:solidFill>
            <a:srgbClr val="CCE2D9"/>
          </a:solidFill>
          <a:ln w="19050">
            <a:solidFill>
              <a:srgbClr val="006C4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7" name="圆角矩形 6">
            <a:extLst>
              <a:ext uri="{FF2B5EF4-FFF2-40B4-BE49-F238E27FC236}">
                <a16:creationId xmlns:a16="http://schemas.microsoft.com/office/drawing/2014/main" id="{FB54F04A-2014-BB10-666B-EB1052A1C353}"/>
              </a:ext>
            </a:extLst>
          </p:cNvPr>
          <p:cNvSpPr/>
          <p:nvPr userDrawn="1"/>
        </p:nvSpPr>
        <p:spPr>
          <a:xfrm>
            <a:off x="8295713" y="1909721"/>
            <a:ext cx="2901889" cy="3632419"/>
          </a:xfrm>
          <a:prstGeom prst="roundRect">
            <a:avLst>
              <a:gd name="adj" fmla="val 10961"/>
            </a:avLst>
          </a:prstGeom>
          <a:solidFill>
            <a:srgbClr val="CCE2D9"/>
          </a:solidFill>
          <a:ln w="19050">
            <a:solidFill>
              <a:srgbClr val="006C4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8" name="圆角矩形 7">
            <a:extLst>
              <a:ext uri="{FF2B5EF4-FFF2-40B4-BE49-F238E27FC236}">
                <a16:creationId xmlns:a16="http://schemas.microsoft.com/office/drawing/2014/main" id="{2A64658A-9453-3CDB-2675-CD4089850CAE}"/>
              </a:ext>
            </a:extLst>
          </p:cNvPr>
          <p:cNvSpPr/>
          <p:nvPr userDrawn="1"/>
        </p:nvSpPr>
        <p:spPr>
          <a:xfrm>
            <a:off x="1657944" y="1762748"/>
            <a:ext cx="1574800" cy="320040"/>
          </a:xfrm>
          <a:prstGeom prst="roundRect">
            <a:avLst/>
          </a:prstGeom>
          <a:solidFill>
            <a:srgbClr val="FFFFFF"/>
          </a:solidFill>
          <a:ln>
            <a:solidFill>
              <a:srgbClr val="006C4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b="1" dirty="0">
              <a:solidFill>
                <a:srgbClr val="006C43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15" name="文本占位符 14">
            <a:extLst>
              <a:ext uri="{FF2B5EF4-FFF2-40B4-BE49-F238E27FC236}">
                <a16:creationId xmlns:a16="http://schemas.microsoft.com/office/drawing/2014/main" id="{C691B687-6599-689A-52C0-580DA9FE066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826219" y="1736279"/>
            <a:ext cx="1238251" cy="365125"/>
          </a:xfr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indent="0">
              <a:buNone/>
              <a:defRPr lang="zh-CN" altLang="en-US" sz="1400" smtClean="0">
                <a:solidFill>
                  <a:srgbClr val="006C4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>
              <a:defRPr lang="zh-CN" altLang="en-US" sz="1800" smtClean="0">
                <a:solidFill>
                  <a:schemeClr val="lt1"/>
                </a:solidFill>
                <a:latin typeface="+mn-lt"/>
                <a:ea typeface="+mn-ea"/>
              </a:defRPr>
            </a:lvl2pPr>
            <a:lvl3pPr>
              <a:defRPr lang="zh-CN" altLang="en-US" smtClean="0">
                <a:solidFill>
                  <a:schemeClr val="lt1"/>
                </a:solidFill>
                <a:latin typeface="+mn-lt"/>
                <a:ea typeface="+mn-ea"/>
              </a:defRPr>
            </a:lvl3pPr>
            <a:lvl4pPr>
              <a:defRPr lang="zh-CN" altLang="en-US" sz="1800" smtClean="0">
                <a:solidFill>
                  <a:schemeClr val="lt1"/>
                </a:solidFill>
                <a:latin typeface="+mn-lt"/>
                <a:ea typeface="+mn-ea"/>
              </a:defRPr>
            </a:lvl4pPr>
            <a:lvl5pPr>
              <a:defRPr lang="zh-CN" altLang="en-US" sz="1800">
                <a:solidFill>
                  <a:schemeClr val="lt1"/>
                </a:solidFill>
                <a:latin typeface="+mn-lt"/>
                <a:ea typeface="+mn-ea"/>
              </a:defRPr>
            </a:lvl5pPr>
          </a:lstStyle>
          <a:p>
            <a:pPr marL="0" lvl="0" algn="ctr" defTabSz="457200"/>
            <a:r>
              <a:rPr kumimoji="1" lang="zh-CN" altLang="en-US" dirty="0"/>
              <a:t>研究基础</a:t>
            </a:r>
          </a:p>
        </p:txBody>
      </p:sp>
      <p:sp>
        <p:nvSpPr>
          <p:cNvPr id="16" name="圆角矩形 15">
            <a:extLst>
              <a:ext uri="{FF2B5EF4-FFF2-40B4-BE49-F238E27FC236}">
                <a16:creationId xmlns:a16="http://schemas.microsoft.com/office/drawing/2014/main" id="{85041322-3A70-C253-3FEA-22479E0F7466}"/>
              </a:ext>
            </a:extLst>
          </p:cNvPr>
          <p:cNvSpPr/>
          <p:nvPr userDrawn="1"/>
        </p:nvSpPr>
        <p:spPr>
          <a:xfrm>
            <a:off x="5308600" y="1762748"/>
            <a:ext cx="1574800" cy="320040"/>
          </a:xfrm>
          <a:prstGeom prst="roundRect">
            <a:avLst/>
          </a:prstGeom>
          <a:solidFill>
            <a:srgbClr val="FFFFFF"/>
          </a:solidFill>
          <a:ln>
            <a:solidFill>
              <a:srgbClr val="006C4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b="1" dirty="0">
              <a:solidFill>
                <a:srgbClr val="006C43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17" name="文本占位符 14">
            <a:extLst>
              <a:ext uri="{FF2B5EF4-FFF2-40B4-BE49-F238E27FC236}">
                <a16:creationId xmlns:a16="http://schemas.microsoft.com/office/drawing/2014/main" id="{FAABA1BE-281B-FBB4-3649-25A0254DA54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76875" y="1736279"/>
            <a:ext cx="1238251" cy="365125"/>
          </a:xfr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indent="0">
              <a:buNone/>
              <a:defRPr lang="zh-CN" altLang="en-US" sz="1400" smtClean="0">
                <a:solidFill>
                  <a:srgbClr val="006C4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>
              <a:defRPr lang="zh-CN" altLang="en-US" sz="1800" smtClean="0">
                <a:solidFill>
                  <a:schemeClr val="lt1"/>
                </a:solidFill>
                <a:latin typeface="+mn-lt"/>
                <a:ea typeface="+mn-ea"/>
              </a:defRPr>
            </a:lvl2pPr>
            <a:lvl3pPr>
              <a:defRPr lang="zh-CN" altLang="en-US" smtClean="0">
                <a:solidFill>
                  <a:schemeClr val="lt1"/>
                </a:solidFill>
                <a:latin typeface="+mn-lt"/>
                <a:ea typeface="+mn-ea"/>
              </a:defRPr>
            </a:lvl3pPr>
            <a:lvl4pPr>
              <a:defRPr lang="zh-CN" altLang="en-US" sz="1800" smtClean="0">
                <a:solidFill>
                  <a:schemeClr val="lt1"/>
                </a:solidFill>
                <a:latin typeface="+mn-lt"/>
                <a:ea typeface="+mn-ea"/>
              </a:defRPr>
            </a:lvl4pPr>
            <a:lvl5pPr>
              <a:defRPr lang="zh-CN" altLang="en-US" sz="1800">
                <a:solidFill>
                  <a:schemeClr val="lt1"/>
                </a:solidFill>
                <a:latin typeface="+mn-lt"/>
                <a:ea typeface="+mn-ea"/>
              </a:defRPr>
            </a:lvl5pPr>
          </a:lstStyle>
          <a:p>
            <a:pPr marL="0" lvl="0" algn="ctr" defTabSz="457200"/>
            <a:r>
              <a:rPr kumimoji="1" lang="zh-CN" altLang="en-US" dirty="0"/>
              <a:t>研究基础</a:t>
            </a:r>
          </a:p>
        </p:txBody>
      </p:sp>
      <p:sp>
        <p:nvSpPr>
          <p:cNvPr id="18" name="圆角矩形 17">
            <a:extLst>
              <a:ext uri="{FF2B5EF4-FFF2-40B4-BE49-F238E27FC236}">
                <a16:creationId xmlns:a16="http://schemas.microsoft.com/office/drawing/2014/main" id="{B51FD40D-B473-999E-2A6C-50E88AE61E79}"/>
              </a:ext>
            </a:extLst>
          </p:cNvPr>
          <p:cNvSpPr/>
          <p:nvPr userDrawn="1"/>
        </p:nvSpPr>
        <p:spPr>
          <a:xfrm>
            <a:off x="8959256" y="1762748"/>
            <a:ext cx="1574800" cy="320040"/>
          </a:xfrm>
          <a:prstGeom prst="roundRect">
            <a:avLst/>
          </a:prstGeom>
          <a:solidFill>
            <a:srgbClr val="FFFFFF"/>
          </a:solidFill>
          <a:ln>
            <a:solidFill>
              <a:srgbClr val="006C4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b="1" dirty="0">
              <a:solidFill>
                <a:srgbClr val="006C43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19" name="文本占位符 14">
            <a:extLst>
              <a:ext uri="{FF2B5EF4-FFF2-40B4-BE49-F238E27FC236}">
                <a16:creationId xmlns:a16="http://schemas.microsoft.com/office/drawing/2014/main" id="{E501C452-F5D8-0B5E-6F10-DBACF7B8FC9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127531" y="1736279"/>
            <a:ext cx="1238251" cy="365125"/>
          </a:xfr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indent="0">
              <a:buNone/>
              <a:defRPr lang="zh-CN" altLang="en-US" sz="1400" smtClean="0">
                <a:solidFill>
                  <a:srgbClr val="006C4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>
              <a:defRPr lang="zh-CN" altLang="en-US" sz="1800" smtClean="0">
                <a:solidFill>
                  <a:schemeClr val="lt1"/>
                </a:solidFill>
                <a:latin typeface="+mn-lt"/>
                <a:ea typeface="+mn-ea"/>
              </a:defRPr>
            </a:lvl2pPr>
            <a:lvl3pPr>
              <a:defRPr lang="zh-CN" altLang="en-US" smtClean="0">
                <a:solidFill>
                  <a:schemeClr val="lt1"/>
                </a:solidFill>
                <a:latin typeface="+mn-lt"/>
                <a:ea typeface="+mn-ea"/>
              </a:defRPr>
            </a:lvl3pPr>
            <a:lvl4pPr>
              <a:defRPr lang="zh-CN" altLang="en-US" sz="1800" smtClean="0">
                <a:solidFill>
                  <a:schemeClr val="lt1"/>
                </a:solidFill>
                <a:latin typeface="+mn-lt"/>
                <a:ea typeface="+mn-ea"/>
              </a:defRPr>
            </a:lvl4pPr>
            <a:lvl5pPr>
              <a:defRPr lang="zh-CN" altLang="en-US" sz="1800">
                <a:solidFill>
                  <a:schemeClr val="lt1"/>
                </a:solidFill>
                <a:latin typeface="+mn-lt"/>
                <a:ea typeface="+mn-ea"/>
              </a:defRPr>
            </a:lvl5pPr>
          </a:lstStyle>
          <a:p>
            <a:pPr marL="0" lvl="0" algn="ctr" defTabSz="457200"/>
            <a:r>
              <a:rPr kumimoji="1" lang="zh-CN" altLang="en-US" dirty="0"/>
              <a:t>研究基础</a:t>
            </a:r>
          </a:p>
        </p:txBody>
      </p:sp>
      <p:sp>
        <p:nvSpPr>
          <p:cNvPr id="21" name="文本占位符 20">
            <a:extLst>
              <a:ext uri="{FF2B5EF4-FFF2-40B4-BE49-F238E27FC236}">
                <a16:creationId xmlns:a16="http://schemas.microsoft.com/office/drawing/2014/main" id="{906CA0C5-FE07-015D-A270-AE7D0954329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94399" y="2289404"/>
            <a:ext cx="2901891" cy="286232"/>
          </a:xfrm>
        </p:spPr>
        <p:txBody>
          <a:bodyPr wrap="square">
            <a:spAutoFit/>
          </a:bodyPr>
          <a:lstStyle>
            <a:lvl1pPr>
              <a:defRPr lang="zh-CN" altLang="en-US" sz="1400" smtClean="0">
                <a:solidFill>
                  <a:srgbClr val="5A5A62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 lang="zh-CN" altLang="en-US" sz="1800" smtClean="0">
                <a:latin typeface="+mn-lt"/>
                <a:ea typeface="+mn-ea"/>
              </a:defRPr>
            </a:lvl2pPr>
            <a:lvl3pPr>
              <a:defRPr lang="zh-CN" altLang="en-US" smtClean="0">
                <a:latin typeface="+mn-lt"/>
                <a:ea typeface="+mn-ea"/>
              </a:defRPr>
            </a:lvl3pPr>
            <a:lvl4pPr>
              <a:defRPr lang="zh-CN" altLang="en-US" sz="1800" smtClean="0">
                <a:latin typeface="+mn-lt"/>
                <a:ea typeface="+mn-ea"/>
              </a:defRPr>
            </a:lvl4pPr>
            <a:lvl5pPr>
              <a:defRPr lang="zh-CN" altLang="en-US" sz="1800">
                <a:latin typeface="+mn-lt"/>
                <a:ea typeface="+mn-ea"/>
              </a:defRPr>
            </a:lvl5pPr>
          </a:lstStyle>
          <a:p>
            <a:pPr marL="285750" lvl="0" indent="-285750" defTabSz="457200">
              <a:spcAft>
                <a:spcPts val="600"/>
              </a:spcAft>
              <a:buFont typeface="Wingdings" pitchFamily="2" charset="2"/>
              <a:buChar char="ü"/>
            </a:pPr>
            <a:r>
              <a:rPr kumimoji="1" lang="zh-CN" altLang="en-US"/>
              <a:t>单击此处编辑母版文本样式</a:t>
            </a:r>
          </a:p>
        </p:txBody>
      </p:sp>
      <p:sp>
        <p:nvSpPr>
          <p:cNvPr id="22" name="文本占位符 20">
            <a:extLst>
              <a:ext uri="{FF2B5EF4-FFF2-40B4-BE49-F238E27FC236}">
                <a16:creationId xmlns:a16="http://schemas.microsoft.com/office/drawing/2014/main" id="{A64D7A93-8D12-9655-351A-03A836C76F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645057" y="2289405"/>
            <a:ext cx="2901889" cy="286232"/>
          </a:xfrm>
        </p:spPr>
        <p:txBody>
          <a:bodyPr wrap="square">
            <a:spAutoFit/>
          </a:bodyPr>
          <a:lstStyle>
            <a:lvl1pPr>
              <a:defRPr lang="zh-CN" altLang="en-US" sz="1400" smtClean="0">
                <a:solidFill>
                  <a:srgbClr val="5A5A62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 lang="zh-CN" altLang="en-US" sz="1800" smtClean="0">
                <a:latin typeface="+mn-lt"/>
                <a:ea typeface="+mn-ea"/>
              </a:defRPr>
            </a:lvl2pPr>
            <a:lvl3pPr>
              <a:defRPr lang="zh-CN" altLang="en-US" smtClean="0">
                <a:latin typeface="+mn-lt"/>
                <a:ea typeface="+mn-ea"/>
              </a:defRPr>
            </a:lvl3pPr>
            <a:lvl4pPr>
              <a:defRPr lang="zh-CN" altLang="en-US" sz="1800" smtClean="0">
                <a:latin typeface="+mn-lt"/>
                <a:ea typeface="+mn-ea"/>
              </a:defRPr>
            </a:lvl4pPr>
            <a:lvl5pPr>
              <a:defRPr lang="zh-CN" altLang="en-US" sz="1800">
                <a:latin typeface="+mn-lt"/>
                <a:ea typeface="+mn-ea"/>
              </a:defRPr>
            </a:lvl5pPr>
          </a:lstStyle>
          <a:p>
            <a:pPr marL="285750" lvl="0" indent="-285750" defTabSz="457200">
              <a:spcAft>
                <a:spcPts val="600"/>
              </a:spcAft>
              <a:buFont typeface="Wingdings" pitchFamily="2" charset="2"/>
              <a:buChar char="ü"/>
            </a:pPr>
            <a:r>
              <a:rPr kumimoji="1" lang="zh-CN" altLang="en-US"/>
              <a:t>单击此处编辑母版文本样式</a:t>
            </a:r>
          </a:p>
        </p:txBody>
      </p:sp>
      <p:sp>
        <p:nvSpPr>
          <p:cNvPr id="23" name="文本占位符 20">
            <a:extLst>
              <a:ext uri="{FF2B5EF4-FFF2-40B4-BE49-F238E27FC236}">
                <a16:creationId xmlns:a16="http://schemas.microsoft.com/office/drawing/2014/main" id="{D66C4911-16E4-2373-F418-8AF529A9EF3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95712" y="2295488"/>
            <a:ext cx="2901888" cy="286232"/>
          </a:xfrm>
        </p:spPr>
        <p:txBody>
          <a:bodyPr wrap="square">
            <a:spAutoFit/>
          </a:bodyPr>
          <a:lstStyle>
            <a:lvl1pPr>
              <a:defRPr lang="zh-CN" altLang="en-US" sz="1400" smtClean="0">
                <a:solidFill>
                  <a:srgbClr val="5A5A62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 lang="zh-CN" altLang="en-US" sz="1800" smtClean="0">
                <a:latin typeface="+mn-lt"/>
                <a:ea typeface="+mn-ea"/>
              </a:defRPr>
            </a:lvl2pPr>
            <a:lvl3pPr>
              <a:defRPr lang="zh-CN" altLang="en-US" smtClean="0">
                <a:latin typeface="+mn-lt"/>
                <a:ea typeface="+mn-ea"/>
              </a:defRPr>
            </a:lvl3pPr>
            <a:lvl4pPr>
              <a:defRPr lang="zh-CN" altLang="en-US" sz="1800" smtClean="0">
                <a:latin typeface="+mn-lt"/>
                <a:ea typeface="+mn-ea"/>
              </a:defRPr>
            </a:lvl4pPr>
            <a:lvl5pPr>
              <a:defRPr lang="zh-CN" altLang="en-US" sz="1800">
                <a:latin typeface="+mn-lt"/>
                <a:ea typeface="+mn-ea"/>
              </a:defRPr>
            </a:lvl5pPr>
          </a:lstStyle>
          <a:p>
            <a:pPr marL="285750" lvl="0" indent="-285750" defTabSz="457200">
              <a:spcAft>
                <a:spcPts val="600"/>
              </a:spcAft>
              <a:buFont typeface="Wingdings" pitchFamily="2" charset="2"/>
              <a:buChar char="ü"/>
            </a:pPr>
            <a:r>
              <a:rPr kumimoji="1" lang="zh-CN" altLang="en-US"/>
              <a:t>单击此处编辑母版文本样式</a:t>
            </a:r>
          </a:p>
        </p:txBody>
      </p:sp>
      <p:sp>
        <p:nvSpPr>
          <p:cNvPr id="24" name="标题 1">
            <a:extLst>
              <a:ext uri="{FF2B5EF4-FFF2-40B4-BE49-F238E27FC236}">
                <a16:creationId xmlns:a16="http://schemas.microsoft.com/office/drawing/2014/main" id="{4B1A7055-F8F9-91A0-CF22-B493523DC7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08860" y="386781"/>
            <a:ext cx="7574280" cy="903004"/>
          </a:xfrm>
        </p:spPr>
        <p:txBody>
          <a:bodyPr>
            <a:normAutofit/>
          </a:bodyPr>
          <a:lstStyle>
            <a:lvl1pPr algn="ctr">
              <a:defRPr sz="3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kumimoji="1" lang="zh-CN" altLang="en-US" dirty="0"/>
              <a:t>插入一个标题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14301E34-5097-D113-7C78-60D1536E7304}"/>
              </a:ext>
            </a:extLst>
          </p:cNvPr>
          <p:cNvSpPr/>
          <p:nvPr userDrawn="1"/>
        </p:nvSpPr>
        <p:spPr>
          <a:xfrm>
            <a:off x="0" y="0"/>
            <a:ext cx="12192000" cy="13652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FC1D24F6-F631-8F4B-AE86-050792130A90}"/>
              </a:ext>
            </a:extLst>
          </p:cNvPr>
          <p:cNvSpPr/>
          <p:nvPr userDrawn="1"/>
        </p:nvSpPr>
        <p:spPr>
          <a:xfrm>
            <a:off x="729114" y="2"/>
            <a:ext cx="2607644" cy="265077"/>
          </a:xfrm>
          <a:prstGeom prst="rect">
            <a:avLst/>
          </a:prstGeom>
          <a:solidFill>
            <a:srgbClr val="006C4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50"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8" name="文本占位符 5">
            <a:extLst>
              <a:ext uri="{FF2B5EF4-FFF2-40B4-BE49-F238E27FC236}">
                <a16:creationId xmlns:a16="http://schemas.microsoft.com/office/drawing/2014/main" id="{16023C93-8AF6-5BD1-6C39-6C38AE65C8A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29113" y="3968"/>
            <a:ext cx="2607733" cy="254260"/>
          </a:xfrm>
        </p:spPr>
        <p:txBody>
          <a:bodyPr>
            <a:normAutofit/>
          </a:bodyPr>
          <a:lstStyle>
            <a:lvl1pPr marL="0" indent="0" algn="ctr" defTabSz="457200" rtl="0" eaLnBrk="1" latinLnBrk="0" hangingPunct="1">
              <a:buNone/>
              <a:defRPr lang="zh-CN" altLang="en-US" sz="1050" b="1" kern="1200" dirty="0">
                <a:solidFill>
                  <a:schemeClr val="lt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</a:lstStyle>
          <a:p>
            <a:pPr lvl="0"/>
            <a:r>
              <a:rPr kumimoji="1" lang="zh-CN" altLang="en-US" dirty="0"/>
              <a:t>插入子节标题</a:t>
            </a:r>
          </a:p>
        </p:txBody>
      </p:sp>
      <p:sp>
        <p:nvSpPr>
          <p:cNvPr id="29" name="Content Placeholder 2">
            <a:extLst>
              <a:ext uri="{FF2B5EF4-FFF2-40B4-BE49-F238E27FC236}">
                <a16:creationId xmlns:a16="http://schemas.microsoft.com/office/drawing/2014/main" id="{92E96DBF-DA0C-0639-135C-308C7F33B35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5670694"/>
            <a:ext cx="10515600" cy="794282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这是一段文字</a:t>
            </a:r>
            <a:endParaRPr lang="en-US" altLang="zh-CN" dirty="0"/>
          </a:p>
          <a:p>
            <a:pPr lvl="0"/>
            <a:r>
              <a:rPr lang="zh-CN" altLang="en-US" dirty="0"/>
              <a:t>应该能写两句话最合适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8774EA2B-44FB-403A-E7E0-A05F61E7FC04}"/>
              </a:ext>
            </a:extLst>
          </p:cNvPr>
          <p:cNvSpPr/>
          <p:nvPr userDrawn="1"/>
        </p:nvSpPr>
        <p:spPr>
          <a:xfrm>
            <a:off x="2580640" y="1122364"/>
            <a:ext cx="7030720" cy="45719"/>
          </a:xfrm>
          <a:prstGeom prst="rect">
            <a:avLst/>
          </a:prstGeom>
          <a:solidFill>
            <a:srgbClr val="006C4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</p:spTree>
    <p:extLst>
      <p:ext uri="{BB962C8B-B14F-4D97-AF65-F5344CB8AC3E}">
        <p14:creationId xmlns:p14="http://schemas.microsoft.com/office/powerpoint/2010/main" val="30576870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</p:bld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FBF99D59-DD8E-D3E5-64A1-4A8FB956233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517710"/>
            <a:ext cx="2743200" cy="365125"/>
          </a:xfrm>
          <a:prstGeom prst="rect">
            <a:avLst/>
          </a:prstGeom>
        </p:spPr>
        <p:txBody>
          <a:bodyPr/>
          <a:lstStyle/>
          <a:p>
            <a:fld id="{862CF7F0-7CD8-CF4D-959A-F0FDDC6EF765}" type="datetimeFigureOut">
              <a:rPr kumimoji="1" lang="zh-CN" altLang="en-US" smtClean="0"/>
              <a:t>2025/12/5</a:t>
            </a:fld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03D9156-8415-9899-9F1C-9FFD6FEA53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517710"/>
            <a:ext cx="2743200" cy="365125"/>
          </a:xfrm>
          <a:prstGeom prst="rect">
            <a:avLst/>
          </a:prstGeom>
        </p:spPr>
        <p:txBody>
          <a:bodyPr/>
          <a:lstStyle/>
          <a:p>
            <a:fld id="{08F315F1-6FBE-414B-B010-AFFEBD9C3A45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F8AD148-EE15-9094-37BF-E980B88D6345}"/>
              </a:ext>
            </a:extLst>
          </p:cNvPr>
          <p:cNvSpPr/>
          <p:nvPr userDrawn="1"/>
        </p:nvSpPr>
        <p:spPr>
          <a:xfrm>
            <a:off x="0" y="0"/>
            <a:ext cx="12192000" cy="13652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525DCC5-D205-1E88-A7A1-6B510B184805}"/>
              </a:ext>
            </a:extLst>
          </p:cNvPr>
          <p:cNvSpPr/>
          <p:nvPr userDrawn="1"/>
        </p:nvSpPr>
        <p:spPr>
          <a:xfrm>
            <a:off x="729114" y="2"/>
            <a:ext cx="2607644" cy="265077"/>
          </a:xfrm>
          <a:prstGeom prst="rect">
            <a:avLst/>
          </a:prstGeom>
          <a:solidFill>
            <a:srgbClr val="006C4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50"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4CBD42B6-8970-2CA7-EE7F-7D3F7C0D439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4774131"/>
            <a:ext cx="10515600" cy="1615024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这是一段文字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5DEFF491-8B60-D2D9-0185-98F0B68B375A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837397" y="1469173"/>
            <a:ext cx="10515600" cy="3176404"/>
          </a:xfrm>
        </p:spPr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2AD3B201-D941-E898-475D-7DFFF52C5A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29113" y="3968"/>
            <a:ext cx="2607733" cy="254260"/>
          </a:xfrm>
        </p:spPr>
        <p:txBody>
          <a:bodyPr>
            <a:normAutofit/>
          </a:bodyPr>
          <a:lstStyle>
            <a:lvl1pPr marL="0" indent="0" algn="ctr" defTabSz="457200" rtl="0" eaLnBrk="1" latinLnBrk="0" hangingPunct="1">
              <a:buNone/>
              <a:defRPr lang="zh-CN" altLang="en-US" sz="1050" b="1" kern="1200" dirty="0">
                <a:solidFill>
                  <a:schemeClr val="lt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</a:lstStyle>
          <a:p>
            <a:pPr lvl="0"/>
            <a:r>
              <a:rPr kumimoji="1" lang="zh-CN" altLang="en-US" dirty="0"/>
              <a:t>插入子节标题</a:t>
            </a:r>
          </a:p>
        </p:txBody>
      </p:sp>
      <p:sp>
        <p:nvSpPr>
          <p:cNvPr id="14" name="文本占位符 5">
            <a:extLst>
              <a:ext uri="{FF2B5EF4-FFF2-40B4-BE49-F238E27FC236}">
                <a16:creationId xmlns:a16="http://schemas.microsoft.com/office/drawing/2014/main" id="{5C4EE283-5DE2-0069-CD17-FF7FB0E9ADA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7398" y="4384986"/>
            <a:ext cx="2607733" cy="254260"/>
          </a:xfrm>
          <a:solidFill>
            <a:srgbClr val="006C42"/>
          </a:solidFill>
        </p:spPr>
        <p:txBody>
          <a:bodyPr>
            <a:normAutofit/>
          </a:bodyPr>
          <a:lstStyle>
            <a:lvl1pPr marL="0" indent="0" algn="ctr" defTabSz="457200" rtl="0" eaLnBrk="1" latinLnBrk="0" hangingPunct="1">
              <a:buNone/>
              <a:defRPr lang="zh-CN" altLang="en-US" sz="1050" b="1" kern="1200" dirty="0">
                <a:solidFill>
                  <a:schemeClr val="lt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</a:lstStyle>
          <a:p>
            <a:pPr lvl="0"/>
            <a:r>
              <a:rPr kumimoji="1" lang="zh-CN" altLang="en-US" dirty="0"/>
              <a:t>插入一个图题</a:t>
            </a:r>
          </a:p>
        </p:txBody>
      </p:sp>
      <p:sp>
        <p:nvSpPr>
          <p:cNvPr id="17" name="文本占位符 5">
            <a:extLst>
              <a:ext uri="{FF2B5EF4-FFF2-40B4-BE49-F238E27FC236}">
                <a16:creationId xmlns:a16="http://schemas.microsoft.com/office/drawing/2014/main" id="{006C19A5-0EC4-E35B-D69B-4908BEA8F9E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107847" y="4384986"/>
            <a:ext cx="2607733" cy="254260"/>
          </a:xfrm>
          <a:noFill/>
        </p:spPr>
        <p:txBody>
          <a:bodyPr>
            <a:normAutofit/>
          </a:bodyPr>
          <a:lstStyle>
            <a:lvl1pPr marL="0" indent="0" algn="ctr" defTabSz="457200" rtl="0" eaLnBrk="1" latinLnBrk="0" hangingPunct="1">
              <a:buNone/>
              <a:defRPr lang="zh-CN" altLang="en-US" sz="1050" b="1" kern="1200" dirty="0">
                <a:solidFill>
                  <a:schemeClr val="tx1">
                    <a:lumMod val="50000"/>
                    <a:lumOff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</a:lstStyle>
          <a:p>
            <a:pPr lvl="0"/>
            <a:r>
              <a:rPr kumimoji="1" lang="en-US" altLang="zh-CN" dirty="0"/>
              <a:t>This is a citation note</a:t>
            </a:r>
            <a:endParaRPr kumimoji="1" lang="zh-CN" altLang="en-US" dirty="0"/>
          </a:p>
        </p:txBody>
      </p:sp>
      <p:sp>
        <p:nvSpPr>
          <p:cNvPr id="18" name="标题 1">
            <a:extLst>
              <a:ext uri="{FF2B5EF4-FFF2-40B4-BE49-F238E27FC236}">
                <a16:creationId xmlns:a16="http://schemas.microsoft.com/office/drawing/2014/main" id="{A21F8403-C353-A6EE-814C-CB1C1EA233A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08860" y="386781"/>
            <a:ext cx="7574280" cy="903004"/>
          </a:xfrm>
        </p:spPr>
        <p:txBody>
          <a:bodyPr>
            <a:normAutofit/>
          </a:bodyPr>
          <a:lstStyle>
            <a:lvl1pPr algn="ctr">
              <a:defRPr sz="3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kumimoji="1" lang="zh-CN" altLang="en-US" dirty="0"/>
              <a:t>插入一个标题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81DCD783-F5F9-066F-D635-0C9C7DE8FB3B}"/>
              </a:ext>
            </a:extLst>
          </p:cNvPr>
          <p:cNvSpPr/>
          <p:nvPr userDrawn="1"/>
        </p:nvSpPr>
        <p:spPr>
          <a:xfrm>
            <a:off x="2580640" y="1122364"/>
            <a:ext cx="7030720" cy="45719"/>
          </a:xfrm>
          <a:prstGeom prst="rect">
            <a:avLst/>
          </a:prstGeom>
          <a:solidFill>
            <a:srgbClr val="006C4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</p:spTree>
    <p:extLst>
      <p:ext uri="{BB962C8B-B14F-4D97-AF65-F5344CB8AC3E}">
        <p14:creationId xmlns:p14="http://schemas.microsoft.com/office/powerpoint/2010/main" val="2028958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结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直线连接符 22">
            <a:extLst>
              <a:ext uri="{FF2B5EF4-FFF2-40B4-BE49-F238E27FC236}">
                <a16:creationId xmlns:a16="http://schemas.microsoft.com/office/drawing/2014/main" id="{21A52E62-9C68-4D34-260F-B5FB5BB9E192}"/>
              </a:ext>
            </a:extLst>
          </p:cNvPr>
          <p:cNvCxnSpPr/>
          <p:nvPr userDrawn="1"/>
        </p:nvCxnSpPr>
        <p:spPr>
          <a:xfrm>
            <a:off x="3581400" y="3529995"/>
            <a:ext cx="5029200" cy="0"/>
          </a:xfrm>
          <a:prstGeom prst="line">
            <a:avLst/>
          </a:prstGeom>
          <a:ln w="76200">
            <a:solidFill>
              <a:srgbClr val="006C4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 5">
            <a:extLst>
              <a:ext uri="{FF2B5EF4-FFF2-40B4-BE49-F238E27FC236}">
                <a16:creationId xmlns:a16="http://schemas.microsoft.com/office/drawing/2014/main" id="{542D3E19-7CA8-D1C7-CC7A-3A62F47265E8}"/>
              </a:ext>
            </a:extLst>
          </p:cNvPr>
          <p:cNvSpPr/>
          <p:nvPr userDrawn="1"/>
        </p:nvSpPr>
        <p:spPr>
          <a:xfrm>
            <a:off x="4803409" y="3668643"/>
            <a:ext cx="2585185" cy="268090"/>
          </a:xfrm>
          <a:prstGeom prst="rect">
            <a:avLst/>
          </a:prstGeom>
          <a:solidFill>
            <a:srgbClr val="006C4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80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1689" y="6506336"/>
            <a:ext cx="2743200" cy="365125"/>
          </a:xfrm>
          <a:prstGeom prst="rect">
            <a:avLst/>
          </a:prstGeom>
        </p:spPr>
        <p:txBody>
          <a:bodyPr/>
          <a:lstStyle/>
          <a:p>
            <a:fld id="{862CF7F0-7CD8-CF4D-959A-F0FDDC6EF765}" type="datetimeFigureOut">
              <a:rPr kumimoji="1" lang="zh-CN" altLang="en-US" smtClean="0"/>
              <a:t>2025/12/5</a:t>
            </a:fld>
            <a:endParaRPr kumimoji="1"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9448800" y="6506336"/>
            <a:ext cx="2743200" cy="365125"/>
          </a:xfrm>
          <a:prstGeom prst="rect">
            <a:avLst/>
          </a:prstGeom>
        </p:spPr>
        <p:txBody>
          <a:bodyPr/>
          <a:lstStyle/>
          <a:p>
            <a:fld id="{08F315F1-6FBE-414B-B010-AFFEBD9C3A45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A4FBC1C-AA16-7F0A-D9DD-F56B8108999A}"/>
              </a:ext>
            </a:extLst>
          </p:cNvPr>
          <p:cNvSpPr txBox="1"/>
          <p:nvPr userDrawn="1"/>
        </p:nvSpPr>
        <p:spPr>
          <a:xfrm>
            <a:off x="4803407" y="3285593"/>
            <a:ext cx="258518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4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 &amp; A</a:t>
            </a:r>
            <a:endParaRPr kumimoji="1" lang="zh-CN" altLang="en-US" sz="4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4DD5EF4-907A-24AE-EF94-A94585706A56}"/>
              </a:ext>
            </a:extLst>
          </p:cNvPr>
          <p:cNvSpPr txBox="1"/>
          <p:nvPr userDrawn="1"/>
        </p:nvSpPr>
        <p:spPr>
          <a:xfrm>
            <a:off x="2526454" y="3006775"/>
            <a:ext cx="71390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b="1" dirty="0">
                <a:solidFill>
                  <a:srgbClr val="006C42"/>
                </a:solidFill>
                <a:latin typeface="Tw Cen MT" panose="020B0602020104020603" pitchFamily="34" charset="0"/>
              </a:rPr>
              <a:t>Thanks for your attention!</a:t>
            </a:r>
            <a:endParaRPr kumimoji="1" lang="zh-CN" altLang="en-US" sz="2800" b="1" dirty="0">
              <a:solidFill>
                <a:srgbClr val="006C42"/>
              </a:solidFill>
              <a:latin typeface="Tw Cen MT" panose="020B0602020104020603" pitchFamily="34" charset="0"/>
            </a:endParaRPr>
          </a:p>
        </p:txBody>
      </p: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B19B666B-C34A-2E56-4810-B94ABA4216F3}"/>
              </a:ext>
            </a:extLst>
          </p:cNvPr>
          <p:cNvGrpSpPr/>
          <p:nvPr userDrawn="1"/>
        </p:nvGrpSpPr>
        <p:grpSpPr>
          <a:xfrm>
            <a:off x="2806224" y="641440"/>
            <a:ext cx="6458003" cy="435318"/>
            <a:chOff x="2104668" y="641440"/>
            <a:chExt cx="4843502" cy="435318"/>
          </a:xfrm>
        </p:grpSpPr>
        <p:cxnSp>
          <p:nvCxnSpPr>
            <p:cNvPr id="14" name="直接连接符 26">
              <a:extLst>
                <a:ext uri="{FF2B5EF4-FFF2-40B4-BE49-F238E27FC236}">
                  <a16:creationId xmlns:a16="http://schemas.microsoft.com/office/drawing/2014/main" id="{716D3C4C-42D2-9821-A5EE-FAFB11022BDC}"/>
                </a:ext>
              </a:extLst>
            </p:cNvPr>
            <p:cNvCxnSpPr/>
            <p:nvPr/>
          </p:nvCxnSpPr>
          <p:spPr>
            <a:xfrm>
              <a:off x="5354320" y="662338"/>
              <a:ext cx="0" cy="36576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5" name="图片 14">
              <a:extLst>
                <a:ext uri="{FF2B5EF4-FFF2-40B4-BE49-F238E27FC236}">
                  <a16:creationId xmlns:a16="http://schemas.microsoft.com/office/drawing/2014/main" id="{2D7064C5-D0D6-F760-C89F-F267A74388C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00370" y="641440"/>
              <a:ext cx="1447800" cy="435318"/>
            </a:xfrm>
            <a:prstGeom prst="rect">
              <a:avLst/>
            </a:prstGeom>
          </p:spPr>
        </p:pic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5400405A-7842-B666-7608-EA80574385E3}"/>
                </a:ext>
              </a:extLst>
            </p:cNvPr>
            <p:cNvSpPr txBox="1"/>
            <p:nvPr/>
          </p:nvSpPr>
          <p:spPr>
            <a:xfrm>
              <a:off x="2104668" y="685106"/>
              <a:ext cx="3024228" cy="34163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indent="0" algn="ctr" defTabSz="914400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b="1">
                  <a:solidFill>
                    <a:srgbClr val="9B9B9B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Arial" panose="020B0604020202020204" pitchFamily="34" charset="0"/>
                </a:defRPr>
              </a:lvl1pPr>
              <a:lvl2pPr indent="0" algn="ctr" defTabSz="9144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/>
              </a:lvl2pPr>
              <a:lvl3pPr indent="0" algn="ctr" defTabSz="9144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</a:lvl3pPr>
              <a:lvl4pPr indent="0" algn="ctr" defTabSz="9144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/>
              </a:lvl4pPr>
              <a:lvl5pPr indent="0" algn="ctr" defTabSz="9144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/>
              </a:lvl5pPr>
              <a:lvl6pPr indent="0" algn="ctr" defTabSz="9144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/>
              </a:lvl6pPr>
              <a:lvl7pPr indent="0" algn="ctr" defTabSz="9144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/>
              </a:lvl7pPr>
              <a:lvl8pPr indent="0" algn="ctr" defTabSz="9144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/>
              </a:lvl8pPr>
              <a:lvl9pPr indent="0" algn="ctr" defTabSz="9144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/>
              </a:lvl9pPr>
            </a:lstStyle>
            <a:p>
              <a:r>
                <a:rPr lang="en-US" altLang="zh-CN" sz="1800" dirty="0"/>
                <a:t>Beijing Normal University</a:t>
              </a:r>
              <a:endParaRPr lang="zh-CN" altLang="en-US" sz="1800" dirty="0"/>
            </a:p>
          </p:txBody>
        </p:sp>
      </p:grpSp>
      <p:sp>
        <p:nvSpPr>
          <p:cNvPr id="17" name="文本框 16">
            <a:extLst>
              <a:ext uri="{FF2B5EF4-FFF2-40B4-BE49-F238E27FC236}">
                <a16:creationId xmlns:a16="http://schemas.microsoft.com/office/drawing/2014/main" id="{83212713-4F1A-8D65-B5DE-06E9D84917A4}"/>
              </a:ext>
            </a:extLst>
          </p:cNvPr>
          <p:cNvSpPr txBox="1"/>
          <p:nvPr userDrawn="1"/>
        </p:nvSpPr>
        <p:spPr>
          <a:xfrm>
            <a:off x="2641600" y="5308982"/>
            <a:ext cx="580982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</a:rPr>
              <a:t>Contact me:</a:t>
            </a:r>
          </a:p>
          <a:p>
            <a:r>
              <a:rPr lang="en-US" altLang="zh-CN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Website: </a:t>
            </a:r>
            <a:r>
              <a:rPr lang="en-US" altLang="zh-CN" sz="1100" dirty="0">
                <a:solidFill>
                  <a:schemeClr val="tx1">
                    <a:lumMod val="50000"/>
                    <a:lumOff val="5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www.songshgeo.com</a:t>
            </a:r>
            <a:endParaRPr lang="en-US" altLang="zh-CN" sz="11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en-US" altLang="zh-CN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GitHub: </a:t>
            </a:r>
            <a:r>
              <a:rPr lang="en-US" altLang="zh-CN" sz="1100" dirty="0">
                <a:solidFill>
                  <a:schemeClr val="tx1">
                    <a:lumMod val="50000"/>
                    <a:lumOff val="50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https://github.com/SongshGeo</a:t>
            </a:r>
            <a:endParaRPr lang="en-US" altLang="zh-CN" sz="11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en-US" altLang="zh-CN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Research Gate: </a:t>
            </a:r>
            <a:r>
              <a:rPr lang="en-US" altLang="zh-CN" sz="1100" dirty="0">
                <a:solidFill>
                  <a:schemeClr val="tx1">
                    <a:lumMod val="50000"/>
                    <a:lumOff val="50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https://www.researchgate.net/profile/Shuang-Song-14</a:t>
            </a:r>
            <a:endParaRPr lang="en-US" altLang="zh-CN" sz="11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en-US" altLang="zh-CN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Twitter: @ShuangSong11	Email: </a:t>
            </a:r>
            <a:r>
              <a:rPr lang="en-US" altLang="zh-CN" sz="11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songshgeo@gmail.com</a:t>
            </a:r>
            <a:endParaRPr lang="en-US" altLang="zh-CN" sz="11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19" name="图片 18">
            <a:extLst>
              <a:ext uri="{FF2B5EF4-FFF2-40B4-BE49-F238E27FC236}">
                <a16:creationId xmlns:a16="http://schemas.microsoft.com/office/drawing/2014/main" id="{249B7344-7DA8-2F66-423A-62F1C5913A4B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524001" y="5404620"/>
            <a:ext cx="1020276" cy="765207"/>
          </a:xfrm>
          <a:prstGeom prst="ellipse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222A7756-C85A-740C-EF2A-F9316D95AF7B}"/>
              </a:ext>
            </a:extLst>
          </p:cNvPr>
          <p:cNvSpPr/>
          <p:nvPr userDrawn="1"/>
        </p:nvSpPr>
        <p:spPr>
          <a:xfrm>
            <a:off x="1524000" y="5075584"/>
            <a:ext cx="3038400" cy="180563"/>
          </a:xfrm>
          <a:prstGeom prst="rect">
            <a:avLst/>
          </a:prstGeom>
          <a:solidFill>
            <a:srgbClr val="006C4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5" name="文本占位符 5">
            <a:extLst>
              <a:ext uri="{FF2B5EF4-FFF2-40B4-BE49-F238E27FC236}">
                <a16:creationId xmlns:a16="http://schemas.microsoft.com/office/drawing/2014/main" id="{A53C3414-9DDB-CC63-6883-B2B3BE16513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382834" y="4752486"/>
            <a:ext cx="3279407" cy="307777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ctr">
              <a:buNone/>
              <a:defRPr lang="zh-CN" altLang="en-US" sz="1600" dirty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altLang="zh-CN" dirty="0"/>
              <a:t>Lecturer:</a:t>
            </a:r>
          </a:p>
        </p:txBody>
      </p:sp>
      <p:sp>
        <p:nvSpPr>
          <p:cNvPr id="7" name="文本占位符 5">
            <a:extLst>
              <a:ext uri="{FF2B5EF4-FFF2-40B4-BE49-F238E27FC236}">
                <a16:creationId xmlns:a16="http://schemas.microsoft.com/office/drawing/2014/main" id="{DDB69D75-C915-0687-3C9A-1F66AC28A9D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395667" y="5022748"/>
            <a:ext cx="3279407" cy="286232"/>
          </a:xfrm>
          <a:noFill/>
        </p:spPr>
        <p:txBody>
          <a:bodyPr wrap="square" rtlCol="0">
            <a:spAutoFit/>
          </a:bodyPr>
          <a:lstStyle>
            <a:lvl1pPr marL="0" indent="0" algn="ctr">
              <a:buNone/>
              <a:defRPr kumimoji="1" lang="zh-CN" altLang="en-US" sz="1400" dirty="0">
                <a:solidFill>
                  <a:schemeClr val="bg1">
                    <a:lumMod val="95000"/>
                  </a:schemeClr>
                </a:solidFill>
                <a:latin typeface="Tw Cen MT" panose="020B0602020104020603" pitchFamily="34" charset="0"/>
                <a:ea typeface="+mn-ea"/>
              </a:defRPr>
            </a:lvl1pPr>
          </a:lstStyle>
          <a:p>
            <a:pPr marL="0" lvl="0" defTabSz="457200"/>
            <a:r>
              <a:rPr kumimoji="1" lang="en-US" altLang="zh-CN" dirty="0"/>
              <a:t>Title</a:t>
            </a:r>
            <a:r>
              <a:rPr kumimoji="1" lang="zh-CN" altLang="en-US" dirty="0"/>
              <a:t> </a:t>
            </a:r>
            <a:r>
              <a:rPr kumimoji="1" lang="en-US" altLang="zh-CN" dirty="0"/>
              <a:t>of the lecture</a:t>
            </a:r>
            <a:endParaRPr kumimoji="1" lang="zh-CN" altLang="en-US" dirty="0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D4C305B-CB7E-A6EE-E6CB-77C817C59995}"/>
              </a:ext>
            </a:extLst>
          </p:cNvPr>
          <p:cNvSpPr/>
          <p:nvPr userDrawn="1"/>
        </p:nvSpPr>
        <p:spPr>
          <a:xfrm>
            <a:off x="2580640" y="1122364"/>
            <a:ext cx="7030720" cy="45719"/>
          </a:xfrm>
          <a:prstGeom prst="rect">
            <a:avLst/>
          </a:prstGeom>
          <a:solidFill>
            <a:srgbClr val="006C4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</p:spTree>
    <p:extLst>
      <p:ext uri="{BB962C8B-B14F-4D97-AF65-F5344CB8AC3E}">
        <p14:creationId xmlns:p14="http://schemas.microsoft.com/office/powerpoint/2010/main" val="2524947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结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直线连接符 22">
            <a:extLst>
              <a:ext uri="{FF2B5EF4-FFF2-40B4-BE49-F238E27FC236}">
                <a16:creationId xmlns:a16="http://schemas.microsoft.com/office/drawing/2014/main" id="{21A52E62-9C68-4D34-260F-B5FB5BB9E192}"/>
              </a:ext>
            </a:extLst>
          </p:cNvPr>
          <p:cNvCxnSpPr/>
          <p:nvPr userDrawn="1"/>
        </p:nvCxnSpPr>
        <p:spPr>
          <a:xfrm>
            <a:off x="3581400" y="3529995"/>
            <a:ext cx="5029200" cy="0"/>
          </a:xfrm>
          <a:prstGeom prst="line">
            <a:avLst/>
          </a:prstGeom>
          <a:ln w="76200">
            <a:solidFill>
              <a:srgbClr val="006C4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 5">
            <a:extLst>
              <a:ext uri="{FF2B5EF4-FFF2-40B4-BE49-F238E27FC236}">
                <a16:creationId xmlns:a16="http://schemas.microsoft.com/office/drawing/2014/main" id="{542D3E19-7CA8-D1C7-CC7A-3A62F47265E8}"/>
              </a:ext>
            </a:extLst>
          </p:cNvPr>
          <p:cNvSpPr/>
          <p:nvPr userDrawn="1"/>
        </p:nvSpPr>
        <p:spPr>
          <a:xfrm>
            <a:off x="4803409" y="3668643"/>
            <a:ext cx="2585185" cy="268090"/>
          </a:xfrm>
          <a:prstGeom prst="rect">
            <a:avLst/>
          </a:prstGeom>
          <a:solidFill>
            <a:srgbClr val="006C4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80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1689" y="6506336"/>
            <a:ext cx="2743200" cy="365125"/>
          </a:xfrm>
          <a:prstGeom prst="rect">
            <a:avLst/>
          </a:prstGeom>
        </p:spPr>
        <p:txBody>
          <a:bodyPr/>
          <a:lstStyle/>
          <a:p>
            <a:fld id="{862CF7F0-7CD8-CF4D-959A-F0FDDC6EF765}" type="datetimeFigureOut">
              <a:rPr kumimoji="1" lang="zh-CN" altLang="en-US" smtClean="0"/>
              <a:t>2025/12/5</a:t>
            </a:fld>
            <a:endParaRPr kumimoji="1"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9448800" y="6506336"/>
            <a:ext cx="2743200" cy="365125"/>
          </a:xfrm>
          <a:prstGeom prst="rect">
            <a:avLst/>
          </a:prstGeom>
        </p:spPr>
        <p:txBody>
          <a:bodyPr/>
          <a:lstStyle/>
          <a:p>
            <a:fld id="{08F315F1-6FBE-414B-B010-AFFEBD9C3A45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A4FBC1C-AA16-7F0A-D9DD-F56B8108999A}"/>
              </a:ext>
            </a:extLst>
          </p:cNvPr>
          <p:cNvSpPr txBox="1"/>
          <p:nvPr userDrawn="1"/>
        </p:nvSpPr>
        <p:spPr>
          <a:xfrm>
            <a:off x="4803407" y="3285593"/>
            <a:ext cx="258518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4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 &amp; A</a:t>
            </a:r>
            <a:endParaRPr kumimoji="1" lang="zh-CN" altLang="en-US" sz="4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4DD5EF4-907A-24AE-EF94-A94585706A56}"/>
              </a:ext>
            </a:extLst>
          </p:cNvPr>
          <p:cNvSpPr txBox="1"/>
          <p:nvPr userDrawn="1"/>
        </p:nvSpPr>
        <p:spPr>
          <a:xfrm>
            <a:off x="2384214" y="2762373"/>
            <a:ext cx="71390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b="1" dirty="0">
                <a:solidFill>
                  <a:srgbClr val="006C42"/>
                </a:solidFill>
                <a:latin typeface="Tw Cen MT" panose="020B0602020104020603" pitchFamily="34" charset="0"/>
              </a:rPr>
              <a:t>Thanks for your attention!</a:t>
            </a:r>
            <a:endParaRPr kumimoji="1" lang="zh-CN" altLang="en-US" sz="2800" b="1" dirty="0">
              <a:solidFill>
                <a:srgbClr val="006C42"/>
              </a:solidFill>
              <a:latin typeface="Tw Cen MT" panose="020B0602020104020603" pitchFamily="34" charset="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D4C305B-CB7E-A6EE-E6CB-77C817C59995}"/>
              </a:ext>
            </a:extLst>
          </p:cNvPr>
          <p:cNvSpPr/>
          <p:nvPr userDrawn="1"/>
        </p:nvSpPr>
        <p:spPr>
          <a:xfrm>
            <a:off x="2580640" y="1122364"/>
            <a:ext cx="7030720" cy="45719"/>
          </a:xfrm>
          <a:prstGeom prst="rect">
            <a:avLst/>
          </a:prstGeom>
          <a:solidFill>
            <a:srgbClr val="006C4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</p:spTree>
    <p:extLst>
      <p:ext uri="{BB962C8B-B14F-4D97-AF65-F5344CB8AC3E}">
        <p14:creationId xmlns:p14="http://schemas.microsoft.com/office/powerpoint/2010/main" val="37902528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2049F-7F34-5D48-8F72-755B85F3E7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499616"/>
            <a:ext cx="6951472" cy="590931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C46810-DD61-C649-9461-59FA66CD21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928" y="2185418"/>
            <a:ext cx="6951472" cy="3968249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420E5-CF10-E744-8836-DA131F3DFEC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60546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0" y="653098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2CF7F0-7CD8-CF4D-959A-F0FDDC6EF765}" type="datetimeFigureOut">
              <a:rPr kumimoji="1" lang="zh-CN" altLang="en-US" smtClean="0"/>
              <a:t>2025/12/5</a:t>
            </a:fld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48800" y="653098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F315F1-6FBE-414B-B010-AFFEBD9C3A45}" type="slidenum">
              <a:rPr kumimoji="1" lang="zh-CN" altLang="en-US" smtClean="0"/>
              <a:t>‹#›</a:t>
            </a:fld>
            <a:endParaRPr kumimoji="1" lang="zh-CN" altLang="en-US" dirty="0"/>
          </a:p>
        </p:txBody>
      </p:sp>
      <p:grpSp>
        <p:nvGrpSpPr>
          <p:cNvPr id="10" name="组合 9">
            <a:extLst>
              <a:ext uri="{FF2B5EF4-FFF2-40B4-BE49-F238E27FC236}">
                <a16:creationId xmlns:a16="http://schemas.microsoft.com/office/drawing/2014/main" id="{4A914635-CA05-2CF4-BEEB-D35734A45C1D}"/>
              </a:ext>
            </a:extLst>
          </p:cNvPr>
          <p:cNvGrpSpPr/>
          <p:nvPr userDrawn="1"/>
        </p:nvGrpSpPr>
        <p:grpSpPr>
          <a:xfrm>
            <a:off x="0" y="6813654"/>
            <a:ext cx="12192000" cy="78034"/>
            <a:chOff x="0" y="2921225"/>
            <a:chExt cx="9144000" cy="78034"/>
          </a:xfrm>
        </p:grpSpPr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2861EF77-48B7-E963-E761-34E8B0F24F21}"/>
                </a:ext>
              </a:extLst>
            </p:cNvPr>
            <p:cNvSpPr/>
            <p:nvPr/>
          </p:nvSpPr>
          <p:spPr>
            <a:xfrm>
              <a:off x="3432600" y="2921225"/>
              <a:ext cx="2278800" cy="78034"/>
            </a:xfrm>
            <a:prstGeom prst="rect">
              <a:avLst/>
            </a:prstGeom>
            <a:solidFill>
              <a:srgbClr val="006C4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0"/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64EFD248-6796-FDEA-F953-8676C51CA200}"/>
                </a:ext>
              </a:extLst>
            </p:cNvPr>
            <p:cNvSpPr/>
            <p:nvPr/>
          </p:nvSpPr>
          <p:spPr>
            <a:xfrm>
              <a:off x="1153800" y="2921225"/>
              <a:ext cx="2278800" cy="78034"/>
            </a:xfrm>
            <a:prstGeom prst="rect">
              <a:avLst/>
            </a:prstGeom>
            <a:solidFill>
              <a:srgbClr val="0889A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0"/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90CE43A6-6B6C-706F-5C94-E2F169C25DD9}"/>
                </a:ext>
              </a:extLst>
            </p:cNvPr>
            <p:cNvSpPr/>
            <p:nvPr/>
          </p:nvSpPr>
          <p:spPr>
            <a:xfrm>
              <a:off x="5711400" y="2921225"/>
              <a:ext cx="2278800" cy="78034"/>
            </a:xfrm>
            <a:prstGeom prst="rect">
              <a:avLst/>
            </a:prstGeom>
            <a:solidFill>
              <a:srgbClr val="C4D32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0"/>
            </a:p>
          </p:txBody>
        </p:sp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AF227B47-B9F1-0945-FDB6-18C1EC6751A0}"/>
                </a:ext>
              </a:extLst>
            </p:cNvPr>
            <p:cNvSpPr/>
            <p:nvPr/>
          </p:nvSpPr>
          <p:spPr>
            <a:xfrm>
              <a:off x="7990200" y="2921225"/>
              <a:ext cx="1153800" cy="78034"/>
            </a:xfrm>
            <a:prstGeom prst="rect">
              <a:avLst/>
            </a:prstGeom>
            <a:solidFill>
              <a:srgbClr val="C83C1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0"/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B45956AC-E7A2-FAEF-45C6-66279A416DDE}"/>
                </a:ext>
              </a:extLst>
            </p:cNvPr>
            <p:cNvSpPr/>
            <p:nvPr/>
          </p:nvSpPr>
          <p:spPr>
            <a:xfrm>
              <a:off x="0" y="2921225"/>
              <a:ext cx="1153800" cy="78034"/>
            </a:xfrm>
            <a:prstGeom prst="rect">
              <a:avLst/>
            </a:prstGeom>
            <a:solidFill>
              <a:srgbClr val="F180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0"/>
            </a:p>
          </p:txBody>
        </p:sp>
      </p:grpSp>
    </p:spTree>
    <p:extLst>
      <p:ext uri="{BB962C8B-B14F-4D97-AF65-F5344CB8AC3E}">
        <p14:creationId xmlns:p14="http://schemas.microsoft.com/office/powerpoint/2010/main" val="42654491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4" r:id="rId2"/>
    <p:sldLayoutId id="2147483673" r:id="rId3"/>
    <p:sldLayoutId id="2147483675" r:id="rId4"/>
    <p:sldLayoutId id="2147483676" r:id="rId5"/>
    <p:sldLayoutId id="2147483672" r:id="rId6"/>
    <p:sldLayoutId id="2147483667" r:id="rId7"/>
    <p:sldLayoutId id="2147483678" r:id="rId8"/>
    <p:sldLayoutId id="2147483679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Times" pitchFamily="2" charset="0"/>
          <a:ea typeface="Microsoft YaHei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b="1" kern="1200">
          <a:solidFill>
            <a:schemeClr val="tx1"/>
          </a:solidFill>
          <a:latin typeface="Microsoft YaHei" panose="020B0503020204020204" pitchFamily="34" charset="-122"/>
          <a:ea typeface="Microsoft YaHei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1" kern="1200">
          <a:solidFill>
            <a:schemeClr val="tx1"/>
          </a:solidFill>
          <a:latin typeface="Microsoft YaHei" panose="020B0503020204020204" pitchFamily="34" charset="-122"/>
          <a:ea typeface="Microsoft YaHei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Microsoft YaHei" panose="020B0503020204020204" pitchFamily="34" charset="-122"/>
          <a:ea typeface="Microsoft YaHei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Microsoft YaHei" panose="020B0503020204020204" pitchFamily="34" charset="-122"/>
          <a:ea typeface="Microsoft YaHei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Microsoft YaHei" panose="020B0503020204020204" pitchFamily="34" charset="-122"/>
          <a:ea typeface="Microsoft YaHei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5.png"/><Relationship Id="rId7" Type="http://schemas.openxmlformats.org/officeDocument/2006/relationships/hyperlink" Target="mailto:Peter.org3s@gmail.com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Relationship Id="rId6" Type="http://schemas.openxmlformats.org/officeDocument/2006/relationships/hyperlink" Target="https://www.freepngimg.com/png/64770-computer-email-icons-free-hd-image" TargetMode="External"/><Relationship Id="rId5" Type="http://schemas.openxmlformats.org/officeDocument/2006/relationships/image" Target="../media/image6.png"/><Relationship Id="rId4" Type="http://schemas.openxmlformats.org/officeDocument/2006/relationships/hyperlink" Target="https://www.vogella.com/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hyperlink" Target="https://mesa.readthedocs.io/stable/tutorials/4_visualization_basic.html" TargetMode="External"/><Relationship Id="rId3" Type="http://schemas.openxmlformats.org/officeDocument/2006/relationships/hyperlink" Target="https://mesa.readthedocs.io/stable/overview.html" TargetMode="External"/><Relationship Id="rId7" Type="http://schemas.openxmlformats.org/officeDocument/2006/relationships/hyperlink" Target="https://mesa.readthedocs.io/stable/tutorials/3_agentset.html" TargetMode="Externa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mesa.readthedocs.io/stable/tutorials/2_collecting_data.html" TargetMode="External"/><Relationship Id="rId5" Type="http://schemas.openxmlformats.org/officeDocument/2006/relationships/hyperlink" Target="https://mesa.readthedocs.io/stable/tutorials/1_adding_space.html" TargetMode="External"/><Relationship Id="rId4" Type="http://schemas.openxmlformats.org/officeDocument/2006/relationships/hyperlink" Target="https://mesa.readthedocs.io/stable/tutorials/0_first_model.html" TargetMode="External"/><Relationship Id="rId9" Type="http://schemas.openxmlformats.org/officeDocument/2006/relationships/hyperlink" Target="https://mesa.readthedocs.io/stable/tutorials/7_visualization_propertylayer_visualization.html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projectmesa/mesa/blob/11bbc52f28bb5a1d1220324f11bc34cc43ebc3b5/docs/migration_guide.md?plain=1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2.png"/><Relationship Id="rId4" Type="http://schemas.openxmlformats.org/officeDocument/2006/relationships/hyperlink" Target="https://mesa.readthedocs.io/latest/tutorials/1_adding_space.html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mesa.readthedocs.io/stable/apis/discrete_space.html#mesa.discrete_space.__init__.CellAgent" TargetMode="External"/><Relationship Id="rId2" Type="http://schemas.openxmlformats.org/officeDocument/2006/relationships/hyperlink" Target="https://mesa.readthedocs.io/stable/apis/agent.html" TargetMode="External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github.com/projectmesa/mesa/blob/f511a4bc57340cb2dd0ba4b0af76307b37aea0ca/mesa/agent.py#L147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https://mesa.readthedocs.io/stable/tutorials/2_collecting_data.html" TargetMode="Externa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mesa.readthedocs.io/stable/apis/visualization.html" TargetMode="External"/><Relationship Id="rId2" Type="http://schemas.openxmlformats.org/officeDocument/2006/relationships/hyperlink" Target="https://mesa.readthedocs.io/stable/tutorials/4_visualization_basic.html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mesa.readthedocs.io/stable/tutorials/4_visualization_basic.html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mesa.readthedocs.io/stable/examples/advanced/wolf_sheep.html" TargetMode="Externa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72DC16BE-CE18-2C32-2343-134D3DCDAB3F}"/>
              </a:ext>
            </a:extLst>
          </p:cNvPr>
          <p:cNvSpPr/>
          <p:nvPr/>
        </p:nvSpPr>
        <p:spPr>
          <a:xfrm>
            <a:off x="4788958" y="4503083"/>
            <a:ext cx="2278800" cy="180563"/>
          </a:xfrm>
          <a:prstGeom prst="rect">
            <a:avLst/>
          </a:prstGeom>
          <a:solidFill>
            <a:srgbClr val="006C4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文本占位符 5">
            <a:extLst>
              <a:ext uri="{FF2B5EF4-FFF2-40B4-BE49-F238E27FC236}">
                <a16:creationId xmlns:a16="http://schemas.microsoft.com/office/drawing/2014/main" id="{445F09AE-8304-3CED-3072-D30E92A658B6}"/>
              </a:ext>
            </a:extLst>
          </p:cNvPr>
          <p:cNvSpPr txBox="1">
            <a:spLocks/>
          </p:cNvSpPr>
          <p:nvPr/>
        </p:nvSpPr>
        <p:spPr>
          <a:xfrm>
            <a:off x="4518658" y="4061211"/>
            <a:ext cx="2819401" cy="307777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zh-CN" altLang="en-US" sz="1600" b="1" kern="1200" dirty="0">
                <a:solidFill>
                  <a:schemeClr val="tx1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800" dirty="0"/>
              <a:t>Lecturer: Xin Lin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152C21AA-C0F4-03F5-E25F-DD3E38C630AA}"/>
              </a:ext>
            </a:extLst>
          </p:cNvPr>
          <p:cNvSpPr/>
          <p:nvPr/>
        </p:nvSpPr>
        <p:spPr>
          <a:xfrm>
            <a:off x="3291840" y="856973"/>
            <a:ext cx="5273040" cy="45719"/>
          </a:xfrm>
          <a:prstGeom prst="rect">
            <a:avLst/>
          </a:prstGeom>
          <a:solidFill>
            <a:srgbClr val="006C4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标题 1">
            <a:extLst>
              <a:ext uri="{FF2B5EF4-FFF2-40B4-BE49-F238E27FC236}">
                <a16:creationId xmlns:a16="http://schemas.microsoft.com/office/drawing/2014/main" id="{FAA8161F-6595-9AFF-9C22-E599C6DA3C69}"/>
              </a:ext>
            </a:extLst>
          </p:cNvPr>
          <p:cNvSpPr txBox="1">
            <a:spLocks/>
          </p:cNvSpPr>
          <p:nvPr/>
        </p:nvSpPr>
        <p:spPr>
          <a:xfrm>
            <a:off x="746758" y="1322728"/>
            <a:ext cx="10363200" cy="21062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Times" pitchFamily="2" charset="0"/>
                <a:ea typeface="Microsoft YaHei" panose="020B0503020204020204" pitchFamily="34" charset="-122"/>
                <a:cs typeface="+mj-cs"/>
              </a:defRPr>
            </a:lvl1pPr>
          </a:lstStyle>
          <a:p>
            <a:pPr algn="ctr"/>
            <a:r>
              <a:rPr kumimoji="1" lang="en-US" altLang="zh-CN" dirty="0"/>
              <a:t>Mesa: Agent-based modeling in Python</a:t>
            </a:r>
            <a:endParaRPr kumimoji="1" lang="zh-CN" altLang="en-US" dirty="0"/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12B68877-FA73-4753-AA15-78F6BB32582A}"/>
              </a:ext>
            </a:extLst>
          </p:cNvPr>
          <p:cNvGrpSpPr/>
          <p:nvPr/>
        </p:nvGrpSpPr>
        <p:grpSpPr>
          <a:xfrm>
            <a:off x="2008779" y="5074435"/>
            <a:ext cx="8174441" cy="1548304"/>
            <a:chOff x="2443502" y="5125235"/>
            <a:chExt cx="8174441" cy="1638765"/>
          </a:xfrm>
        </p:grpSpPr>
        <p:grpSp>
          <p:nvGrpSpPr>
            <p:cNvPr id="3" name="Group 22">
              <a:extLst>
                <a:ext uri="{FF2B5EF4-FFF2-40B4-BE49-F238E27FC236}">
                  <a16:creationId xmlns:a16="http://schemas.microsoft.com/office/drawing/2014/main" id="{4553F89D-B67E-A084-ADEA-04ECD5F1774A}"/>
                </a:ext>
              </a:extLst>
            </p:cNvPr>
            <p:cNvGrpSpPr/>
            <p:nvPr/>
          </p:nvGrpSpPr>
          <p:grpSpPr>
            <a:xfrm>
              <a:off x="2443502" y="5125235"/>
              <a:ext cx="5036152" cy="1638765"/>
              <a:chOff x="1153072" y="4934984"/>
              <a:chExt cx="5036152" cy="1638765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42EA6005-E6A9-0225-8330-BE6953EBB676}"/>
                  </a:ext>
                </a:extLst>
              </p:cNvPr>
              <p:cNvGrpSpPr/>
              <p:nvPr/>
            </p:nvGrpSpPr>
            <p:grpSpPr>
              <a:xfrm>
                <a:off x="4096442" y="5002742"/>
                <a:ext cx="2092782" cy="1571007"/>
                <a:chOff x="3525014" y="5135246"/>
                <a:chExt cx="2092782" cy="1571007"/>
              </a:xfrm>
            </p:grpSpPr>
            <p:pic>
              <p:nvPicPr>
                <p:cNvPr id="10" name="Picture 6" descr="A picture containing text, clipart&#10;&#10;Description automatically generated">
                  <a:extLst>
                    <a:ext uri="{FF2B5EF4-FFF2-40B4-BE49-F238E27FC236}">
                      <a16:creationId xmlns:a16="http://schemas.microsoft.com/office/drawing/2014/main" id="{71117DFD-0CB8-8251-D1E0-F2233F6A8D5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837473B0-CC2E-450A-ABE3-18F120FF3D39}">
                      <a1611:picAttrSrcUrl xmlns:a1611="http://schemas.microsoft.com/office/drawing/2016/11/main" r:id="rId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525014" y="5192549"/>
                  <a:ext cx="359542" cy="359542"/>
                </a:xfrm>
                <a:prstGeom prst="rect">
                  <a:avLst/>
                </a:prstGeom>
              </p:spPr>
            </p:pic>
            <p:sp>
              <p:nvSpPr>
                <p:cNvPr id="11" name="TextBox 7">
                  <a:extLst>
                    <a:ext uri="{FF2B5EF4-FFF2-40B4-BE49-F238E27FC236}">
                      <a16:creationId xmlns:a16="http://schemas.microsoft.com/office/drawing/2014/main" id="{9E95F332-DE31-B33C-1FF4-EC11DCD17B9B}"/>
                    </a:ext>
                  </a:extLst>
                </p:cNvPr>
                <p:cNvSpPr txBox="1"/>
                <p:nvPr/>
              </p:nvSpPr>
              <p:spPr>
                <a:xfrm>
                  <a:off x="4065768" y="5135246"/>
                  <a:ext cx="1552028" cy="157100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>
                    <a:lnSpc>
                      <a:spcPct val="130000"/>
                    </a:lnSpc>
                    <a:spcBef>
                      <a:spcPts val="600"/>
                    </a:spcBef>
                    <a:buClr>
                      <a:schemeClr val="tx2"/>
                    </a:buClr>
                    <a:buSzPct val="120000"/>
                  </a:pPr>
                  <a:r>
                    <a:rPr lang="en-SG" sz="1600" dirty="0">
                      <a:latin typeface="Georgia" charset="0"/>
                    </a:rPr>
                    <a:t>@ peter-</a:t>
                  </a:r>
                  <a:r>
                    <a:rPr lang="en-SG" sz="1600" dirty="0" err="1">
                      <a:latin typeface="Georgia" charset="0"/>
                    </a:rPr>
                    <a:t>kinger</a:t>
                  </a:r>
                  <a:endParaRPr lang="en-SG" sz="1600" dirty="0">
                    <a:latin typeface="Georgia" charset="0"/>
                  </a:endParaRPr>
                </a:p>
                <a:p>
                  <a:pPr>
                    <a:lnSpc>
                      <a:spcPct val="130000"/>
                    </a:lnSpc>
                    <a:spcBef>
                      <a:spcPts val="600"/>
                    </a:spcBef>
                    <a:buClr>
                      <a:schemeClr val="tx2"/>
                    </a:buClr>
                    <a:buSzPct val="120000"/>
                  </a:pPr>
                  <a:r>
                    <a:rPr lang="en-SG" sz="1600" dirty="0">
                      <a:latin typeface="Georgia" charset="0"/>
                    </a:rPr>
                    <a:t>@ </a:t>
                  </a:r>
                  <a:r>
                    <a:rPr lang="en-SG" sz="1600" dirty="0" err="1">
                      <a:latin typeface="Georgia" charset="0"/>
                    </a:rPr>
                    <a:t>SongshGeo</a:t>
                  </a:r>
                  <a:endParaRPr lang="en-SG" sz="1600" dirty="0">
                    <a:latin typeface="Georgia" charset="0"/>
                  </a:endParaRPr>
                </a:p>
                <a:p>
                  <a:pPr>
                    <a:lnSpc>
                      <a:spcPct val="130000"/>
                    </a:lnSpc>
                    <a:spcBef>
                      <a:spcPts val="600"/>
                    </a:spcBef>
                    <a:buClr>
                      <a:schemeClr val="tx2"/>
                    </a:buClr>
                    <a:buSzPct val="120000"/>
                  </a:pPr>
                  <a:r>
                    <a:rPr lang="en-US" sz="1600" dirty="0">
                      <a:latin typeface="Georgia" charset="0"/>
                    </a:rPr>
                    <a:t>@wang-boyu</a:t>
                  </a:r>
                </a:p>
                <a:p>
                  <a:pPr>
                    <a:lnSpc>
                      <a:spcPct val="130000"/>
                    </a:lnSpc>
                    <a:spcBef>
                      <a:spcPts val="600"/>
                    </a:spcBef>
                    <a:buClr>
                      <a:schemeClr val="tx2"/>
                    </a:buClr>
                    <a:buSzPct val="120000"/>
                  </a:pPr>
                  <a:endParaRPr lang="en-US" sz="1600" dirty="0">
                    <a:latin typeface="Georgia" charset="0"/>
                  </a:endParaRPr>
                </a:p>
              </p:txBody>
            </p:sp>
          </p:grpSp>
          <p:grpSp>
            <p:nvGrpSpPr>
              <p:cNvPr id="7" name="Group 21">
                <a:extLst>
                  <a:ext uri="{FF2B5EF4-FFF2-40B4-BE49-F238E27FC236}">
                    <a16:creationId xmlns:a16="http://schemas.microsoft.com/office/drawing/2014/main" id="{51C9B745-8237-77A4-E054-C6673F788FF6}"/>
                  </a:ext>
                </a:extLst>
              </p:cNvPr>
              <p:cNvGrpSpPr/>
              <p:nvPr/>
            </p:nvGrpSpPr>
            <p:grpSpPr>
              <a:xfrm>
                <a:off x="1153072" y="4934984"/>
                <a:ext cx="2719484" cy="1155509"/>
                <a:chOff x="1153072" y="4934984"/>
                <a:chExt cx="2719484" cy="1155509"/>
              </a:xfrm>
            </p:grpSpPr>
            <p:pic>
              <p:nvPicPr>
                <p:cNvPr id="8" name="Picture 18" descr="Icon&#10;&#10;Description automatically generated">
                  <a:extLst>
                    <a:ext uri="{FF2B5EF4-FFF2-40B4-BE49-F238E27FC236}">
                      <a16:creationId xmlns:a16="http://schemas.microsoft.com/office/drawing/2014/main" id="{7B823117-E2FC-1A16-B467-DB8EC7FF0D0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837473B0-CC2E-450A-ABE3-18F120FF3D39}">
                      <a1611:picAttrSrcUrl xmlns:a1611="http://schemas.microsoft.com/office/drawing/2016/11/main" r:id="rId6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153072" y="5072472"/>
                  <a:ext cx="359542" cy="359542"/>
                </a:xfrm>
                <a:prstGeom prst="rect">
                  <a:avLst/>
                </a:prstGeom>
              </p:spPr>
            </p:pic>
            <p:sp>
              <p:nvSpPr>
                <p:cNvPr id="9" name="TextBox 20">
                  <a:extLst>
                    <a:ext uri="{FF2B5EF4-FFF2-40B4-BE49-F238E27FC236}">
                      <a16:creationId xmlns:a16="http://schemas.microsoft.com/office/drawing/2014/main" id="{70D88644-F1F0-C2FA-2FD0-E8D44107FF39}"/>
                    </a:ext>
                  </a:extLst>
                </p:cNvPr>
                <p:cNvSpPr txBox="1"/>
                <p:nvPr/>
              </p:nvSpPr>
              <p:spPr>
                <a:xfrm>
                  <a:off x="1512615" y="4934984"/>
                  <a:ext cx="2359941" cy="11555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>
                    <a:lnSpc>
                      <a:spcPct val="150000"/>
                    </a:lnSpc>
                  </a:pPr>
                  <a:r>
                    <a:rPr lang="en-SG" sz="1600" dirty="0">
                      <a:latin typeface="Georgia" charset="0"/>
                      <a:hlinkClick r:id="rId7"/>
                    </a:rPr>
                    <a:t>Peter.org3s@gmail.com</a:t>
                  </a:r>
                  <a:endParaRPr lang="en-SG" sz="1600" dirty="0">
                    <a:latin typeface="Georgia" charset="0"/>
                  </a:endParaRPr>
                </a:p>
                <a:p>
                  <a:pPr>
                    <a:lnSpc>
                      <a:spcPct val="150000"/>
                    </a:lnSpc>
                  </a:pPr>
                  <a:r>
                    <a:rPr lang="en-SG" sz="1600" dirty="0">
                      <a:latin typeface="Georgia" charset="0"/>
                    </a:rPr>
                    <a:t>song@gea.mpg.de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SG" sz="1600" dirty="0">
                      <a:latin typeface="Georgia" charset="0"/>
                    </a:rPr>
                    <a:t>bwang44@buffalo.edu </a:t>
                  </a:r>
                </a:p>
              </p:txBody>
            </p:sp>
          </p:grpSp>
        </p:grpSp>
        <p:sp>
          <p:nvSpPr>
            <p:cNvPr id="4" name="TextBox 20">
              <a:extLst>
                <a:ext uri="{FF2B5EF4-FFF2-40B4-BE49-F238E27FC236}">
                  <a16:creationId xmlns:a16="http://schemas.microsoft.com/office/drawing/2014/main" id="{1A4073BB-DB7A-2F10-CEBB-22143EFF1215}"/>
                </a:ext>
              </a:extLst>
            </p:cNvPr>
            <p:cNvSpPr txBox="1"/>
            <p:nvPr/>
          </p:nvSpPr>
          <p:spPr>
            <a:xfrm>
              <a:off x="8790199" y="5147211"/>
              <a:ext cx="1827744" cy="41684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SG" sz="1600" dirty="0">
                  <a:latin typeface="Georgia" charset="0"/>
                </a:rPr>
                <a:t>W</a:t>
              </a:r>
              <a:r>
                <a:rPr lang="en-US" altLang="zh-CN" sz="1600" dirty="0" err="1">
                  <a:latin typeface="Georgia" charset="0"/>
                </a:rPr>
                <a:t>eChat:Peter-org</a:t>
              </a:r>
              <a:endParaRPr lang="en-SG" sz="1600" dirty="0">
                <a:latin typeface="Georgia" charset="0"/>
              </a:endParaRPr>
            </a:p>
          </p:txBody>
        </p:sp>
        <p:pic>
          <p:nvPicPr>
            <p:cNvPr id="5" name="图片 4">
              <a:extLst>
                <a:ext uri="{FF2B5EF4-FFF2-40B4-BE49-F238E27FC236}">
                  <a16:creationId xmlns:a16="http://schemas.microsoft.com/office/drawing/2014/main" id="{4E88466B-A120-E3D3-A090-DD2FBEB034A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872791" y="5250296"/>
              <a:ext cx="871011" cy="8881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2758089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CAD9787-46C0-2E39-9E8D-4CB661CCFFA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Mesa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标题 6">
            <a:extLst>
              <a:ext uri="{FF2B5EF4-FFF2-40B4-BE49-F238E27FC236}">
                <a16:creationId xmlns:a16="http://schemas.microsoft.com/office/drawing/2014/main" id="{E3D761E5-0409-1615-96A7-9351F3D1B2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整体结构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607A7FDE-FF0B-BF47-07A8-96E91DAEC9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7111" y="1195989"/>
            <a:ext cx="6081060" cy="3265754"/>
          </a:xfrm>
          <a:prstGeom prst="rect">
            <a:avLst/>
          </a:prstGeom>
        </p:spPr>
      </p:pic>
      <p:sp>
        <p:nvSpPr>
          <p:cNvPr id="9" name="Rounded Rectangle 133">
            <a:extLst>
              <a:ext uri="{FF2B5EF4-FFF2-40B4-BE49-F238E27FC236}">
                <a16:creationId xmlns:a16="http://schemas.microsoft.com/office/drawing/2014/main" id="{BC4EDAB6-C86C-9581-6245-BC756B2CCEB4}"/>
              </a:ext>
            </a:extLst>
          </p:cNvPr>
          <p:cNvSpPr/>
          <p:nvPr/>
        </p:nvSpPr>
        <p:spPr>
          <a:xfrm>
            <a:off x="3652371" y="2643789"/>
            <a:ext cx="882758" cy="405769"/>
          </a:xfrm>
          <a:prstGeom prst="roundRect">
            <a:avLst>
              <a:gd name="adj" fmla="val 2276"/>
            </a:avLst>
          </a:prstGeom>
          <a:noFill/>
          <a:ln w="38100">
            <a:solidFill>
              <a:schemeClr val="accent2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6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BCEA60E9-F9DF-D056-179D-758013BB844D}"/>
              </a:ext>
            </a:extLst>
          </p:cNvPr>
          <p:cNvSpPr txBox="1"/>
          <p:nvPr/>
        </p:nvSpPr>
        <p:spPr>
          <a:xfrm>
            <a:off x="241801" y="4553145"/>
            <a:ext cx="8975714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CN" altLang="en-US" b="1" dirty="0">
                <a:solidFill>
                  <a:srgbClr val="006C4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构建模型的步骤：</a:t>
            </a:r>
            <a:endParaRPr lang="en-US" altLang="zh-CN" b="1" dirty="0">
              <a:solidFill>
                <a:srgbClr val="006C4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buNone/>
            </a:pPr>
            <a:endParaRPr lang="zh-CN" altLang="en-US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buFont typeface="+mj-lt"/>
              <a:buAutoNum type="arabicPeriod"/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定义 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Agent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类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: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定义其属性（如：年龄等）和方法（如：移动等）。</a:t>
            </a:r>
          </a:p>
          <a:p>
            <a:pPr>
              <a:buFont typeface="+mj-lt"/>
              <a:buAutoNum type="arabicPeriod"/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定义 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Model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类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: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buFont typeface="+mj-lt"/>
              <a:buAutoNum type="arabicPeriod"/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运行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模拟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: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创建模型的实例，并调用其 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step()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方法多次来推进模拟。</a:t>
            </a:r>
          </a:p>
          <a:p>
            <a:pPr>
              <a:buFont typeface="+mj-lt"/>
              <a:buAutoNum type="arabicPeriod"/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数据收集与可视化 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可选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):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使用 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Mesa 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的数据收集工具或可视化模块来观察和分析模拟结果。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DAF51BD-7582-131D-AF4E-5B4C35F0EDCE}"/>
              </a:ext>
            </a:extLst>
          </p:cNvPr>
          <p:cNvSpPr txBox="1"/>
          <p:nvPr/>
        </p:nvSpPr>
        <p:spPr>
          <a:xfrm>
            <a:off x="0" y="6384921"/>
            <a:ext cx="1211887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000" dirty="0" err="1"/>
              <a:t>Kazil</a:t>
            </a:r>
            <a:r>
              <a:rPr lang="en-US" altLang="zh-CN" sz="1000" dirty="0"/>
              <a:t> J, Masad D, Crooks A. Utilizing python for agent-based modeling: The mesa framework[C]//International Conference on Social Computing, Behavioral-Cultural Modeling and Prediction and Behavior Representation in Modeling and Simulation. Cham: Springer International Publishing, 2020: 308-317.</a:t>
            </a:r>
            <a:endParaRPr lang="zh-CN" altLang="en-US" sz="1000" dirty="0"/>
          </a:p>
        </p:txBody>
      </p:sp>
    </p:spTree>
    <p:extLst>
      <p:ext uri="{BB962C8B-B14F-4D97-AF65-F5344CB8AC3E}">
        <p14:creationId xmlns:p14="http://schemas.microsoft.com/office/powerpoint/2010/main" val="24610181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B20280-68B0-EE43-B530-1BB61735E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6A43976-2978-B237-0EC9-960FD71A04A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Mesa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标题 6">
            <a:extLst>
              <a:ext uri="{FF2B5EF4-FFF2-40B4-BE49-F238E27FC236}">
                <a16:creationId xmlns:a16="http://schemas.microsoft.com/office/drawing/2014/main" id="{4E73B4E6-1115-690B-8EFD-407398BFDB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Basic skeleton-1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文本框 79">
            <a:extLst>
              <a:ext uri="{FF2B5EF4-FFF2-40B4-BE49-F238E27FC236}">
                <a16:creationId xmlns:a16="http://schemas.microsoft.com/office/drawing/2014/main" id="{437AABDB-53C0-90FC-C6BF-8E96FCDAAEBC}"/>
              </a:ext>
            </a:extLst>
          </p:cNvPr>
          <p:cNvSpPr txBox="1"/>
          <p:nvPr/>
        </p:nvSpPr>
        <p:spPr>
          <a:xfrm>
            <a:off x="5158172" y="5590013"/>
            <a:ext cx="42848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solidFill>
                  <a:srgbClr val="006D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Mesa</a:t>
            </a:r>
            <a:r>
              <a:rPr lang="zh-CN" altLang="en-US" sz="1400" b="1" dirty="0">
                <a:solidFill>
                  <a:srgbClr val="006D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支持多种运行程序的方式</a:t>
            </a:r>
            <a:r>
              <a:rPr lang="en-US" altLang="zh-CN" sz="1400" b="1" dirty="0">
                <a:solidFill>
                  <a:srgbClr val="006D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:</a:t>
            </a:r>
          </a:p>
          <a:p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在 </a:t>
            </a:r>
            <a:r>
              <a:rPr lang="en-US" altLang="zh-CN" sz="1400" b="1" dirty="0"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run.py </a:t>
            </a:r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里实例化你的模型并进行运行</a:t>
            </a:r>
          </a:p>
        </p:txBody>
      </p: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E1794022-B4B7-9ABC-8B0B-0B727161EB8E}"/>
              </a:ext>
            </a:extLst>
          </p:cNvPr>
          <p:cNvCxnSpPr>
            <a:cxnSpLocks/>
          </p:cNvCxnSpPr>
          <p:nvPr/>
        </p:nvCxnSpPr>
        <p:spPr>
          <a:xfrm flipV="1">
            <a:off x="2621938" y="5711192"/>
            <a:ext cx="2536234" cy="5696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内容占位符 5">
            <a:extLst>
              <a:ext uri="{FF2B5EF4-FFF2-40B4-BE49-F238E27FC236}">
                <a16:creationId xmlns:a16="http://schemas.microsoft.com/office/drawing/2014/main" id="{B466D7D9-4890-7E75-1CEC-46BAC463661B}"/>
              </a:ext>
            </a:extLst>
          </p:cNvPr>
          <p:cNvPicPr>
            <a:picLocks noGrp="1" noChangeAspect="1"/>
          </p:cNvPicPr>
          <p:nvPr>
            <p:ph idx="13"/>
          </p:nvPr>
        </p:nvPicPr>
        <p:blipFill>
          <a:blip r:embed="rId2"/>
          <a:stretch>
            <a:fillRect/>
          </a:stretch>
        </p:blipFill>
        <p:spPr>
          <a:xfrm>
            <a:off x="152082" y="5655143"/>
            <a:ext cx="3037667" cy="984687"/>
          </a:xfrm>
          <a:prstGeom prst="rect">
            <a:avLst/>
          </a:prstGeom>
        </p:spPr>
      </p:pic>
      <p:sp>
        <p:nvSpPr>
          <p:cNvPr id="35" name="Rounded Rectangle 133">
            <a:extLst>
              <a:ext uri="{FF2B5EF4-FFF2-40B4-BE49-F238E27FC236}">
                <a16:creationId xmlns:a16="http://schemas.microsoft.com/office/drawing/2014/main" id="{BD4439EB-5B4C-29E5-503F-671ED9F88781}"/>
              </a:ext>
            </a:extLst>
          </p:cNvPr>
          <p:cNvSpPr/>
          <p:nvPr/>
        </p:nvSpPr>
        <p:spPr>
          <a:xfrm>
            <a:off x="152082" y="5711192"/>
            <a:ext cx="2878634" cy="855675"/>
          </a:xfrm>
          <a:prstGeom prst="roundRect">
            <a:avLst>
              <a:gd name="adj" fmla="val 2276"/>
            </a:avLst>
          </a:prstGeom>
          <a:noFill/>
          <a:ln>
            <a:solidFill>
              <a:schemeClr val="accent2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6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文本框 79">
            <a:extLst>
              <a:ext uri="{FF2B5EF4-FFF2-40B4-BE49-F238E27FC236}">
                <a16:creationId xmlns:a16="http://schemas.microsoft.com/office/drawing/2014/main" id="{48F7C858-71F4-43D9-89D2-509D2941AE20}"/>
              </a:ext>
            </a:extLst>
          </p:cNvPr>
          <p:cNvSpPr txBox="1"/>
          <p:nvPr/>
        </p:nvSpPr>
        <p:spPr>
          <a:xfrm>
            <a:off x="85704" y="3380044"/>
            <a:ext cx="33883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Mesa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建模一般文件夹安排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E7FB7A76-02C8-53FC-4586-F9AA207F607C}"/>
              </a:ext>
            </a:extLst>
          </p:cNvPr>
          <p:cNvSpPr txBox="1"/>
          <p:nvPr/>
        </p:nvSpPr>
        <p:spPr>
          <a:xfrm>
            <a:off x="85704" y="1441052"/>
            <a:ext cx="1071749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[Overview of the MESA library](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  <a:hlinkClick r:id="rId3"/>
              </a:rPr>
              <a:t>https://mesa.readthedocs.io/stable/overview.html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[Creating Your First Model](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  <a:hlinkClick r:id="rId4"/>
              </a:rPr>
              <a:t>https://mesa.readthedocs.io/stable/tutorials/0_first_model.html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[Adding Space](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  <a:hlinkClick r:id="rId5"/>
              </a:rPr>
              <a:t>https://mesa.readthedocs.io/stable/tutorials/1_adding_space.html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[Collecting Data](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  <a:hlinkClick r:id="rId6"/>
              </a:rPr>
              <a:t>https://mesa.readthedocs.io/stable/tutorials/2_collecting_data.html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[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AgentSet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](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  <a:hlinkClick r:id="rId7"/>
              </a:rPr>
              <a:t>https://mesa.readthedocs.io/stable/tutorials/3_agentset.html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[Basic Visualization](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  <a:hlinkClick r:id="rId8"/>
              </a:rPr>
              <a:t>https://mesa.readthedocs.io/stable/tutorials/4_visualization_basic.html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[Dynamic Agent Visualization](https://mesa.readthedocs.io/stable/tutorials/5_visualization_dynamic_agents.html)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[Visualization using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SpaceRenderer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](https://mesa.readthedocs.io/stable/tutorials/6_visualization_rendering_with_space_renderer.html)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[Property Layer Visualization](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  <a:hlinkClick r:id="rId9"/>
              </a:rPr>
              <a:t>https://mesa.readthedocs.io/stable/tutorials/7_visualization_propertylayer_visualization.html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[Custom Visualization Components](https://mesa.readthedocs.io/stable/tutorials/8_visualization_custom.html):</a:t>
            </a:r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框 79">
            <a:extLst>
              <a:ext uri="{FF2B5EF4-FFF2-40B4-BE49-F238E27FC236}">
                <a16:creationId xmlns:a16="http://schemas.microsoft.com/office/drawing/2014/main" id="{EE4814B8-4214-844E-0E25-C4C07E6AA460}"/>
              </a:ext>
            </a:extLst>
          </p:cNvPr>
          <p:cNvSpPr txBox="1"/>
          <p:nvPr/>
        </p:nvSpPr>
        <p:spPr>
          <a:xfrm>
            <a:off x="85704" y="1120508"/>
            <a:ext cx="253623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学习的链接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C4B7747-ED06-547E-0405-A335797F607C}"/>
              </a:ext>
            </a:extLst>
          </p:cNvPr>
          <p:cNvSpPr txBox="1"/>
          <p:nvPr/>
        </p:nvSpPr>
        <p:spPr>
          <a:xfrm>
            <a:off x="152082" y="3647639"/>
            <a:ext cx="6314073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mesa_project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/│</a:t>
            </a:r>
          </a:p>
          <a:p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├── run.py                  # 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主入口文件，运行模型与可视化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├── 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model.py                # 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定义模型逻辑（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Model 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类）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├── 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agent.py                # 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定义主体（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Agent 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类）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├── analysis.py</a:t>
            </a:r>
          </a:p>
          <a:p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xxx…</a:t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A984A556-003A-9072-C51A-D9858F0798F8}"/>
              </a:ext>
            </a:extLst>
          </p:cNvPr>
          <p:cNvCxnSpPr/>
          <p:nvPr/>
        </p:nvCxnSpPr>
        <p:spPr>
          <a:xfrm>
            <a:off x="60960" y="5105597"/>
            <a:ext cx="12131040" cy="0"/>
          </a:xfrm>
          <a:prstGeom prst="line">
            <a:avLst/>
          </a:prstGeom>
          <a:ln>
            <a:solidFill>
              <a:srgbClr val="006C4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217AF524-FCA3-4234-B8A9-DF43D2D1CA2A}"/>
              </a:ext>
            </a:extLst>
          </p:cNvPr>
          <p:cNvSpPr txBox="1"/>
          <p:nvPr/>
        </p:nvSpPr>
        <p:spPr>
          <a:xfrm>
            <a:off x="152082" y="5257787"/>
            <a:ext cx="332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CN" altLang="en-US" b="1" dirty="0">
                <a:solidFill>
                  <a:srgbClr val="006C4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具体的构建模型步骤：</a:t>
            </a:r>
            <a:endParaRPr lang="en-US" altLang="zh-CN" b="1" dirty="0">
              <a:solidFill>
                <a:srgbClr val="006C4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7106083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E3253E6-BD12-D8EF-04EE-B7A101247D6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Mesa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标题 6">
            <a:extLst>
              <a:ext uri="{FF2B5EF4-FFF2-40B4-BE49-F238E27FC236}">
                <a16:creationId xmlns:a16="http://schemas.microsoft.com/office/drawing/2014/main" id="{1D2FCBB6-53FB-1B33-3B55-57E4A923F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Basic skeleton-2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3" name="内容占位符 12">
            <a:extLst>
              <a:ext uri="{FF2B5EF4-FFF2-40B4-BE49-F238E27FC236}">
                <a16:creationId xmlns:a16="http://schemas.microsoft.com/office/drawing/2014/main" id="{FFACAB90-D501-A320-F727-1DB53FF2AEBD}"/>
              </a:ext>
            </a:extLst>
          </p:cNvPr>
          <p:cNvPicPr>
            <a:picLocks noGrp="1" noChangeAspect="1"/>
          </p:cNvPicPr>
          <p:nvPr>
            <p:ph idx="13"/>
          </p:nvPr>
        </p:nvPicPr>
        <p:blipFill>
          <a:blip r:embed="rId2"/>
          <a:stretch>
            <a:fillRect/>
          </a:stretch>
        </p:blipFill>
        <p:spPr>
          <a:xfrm>
            <a:off x="98378" y="1474839"/>
            <a:ext cx="5090587" cy="4769067"/>
          </a:xfrm>
          <a:prstGeom prst="rect">
            <a:avLst/>
          </a:prstGeom>
        </p:spPr>
      </p:pic>
      <p:sp>
        <p:nvSpPr>
          <p:cNvPr id="9" name="Rounded Rectangle 133">
            <a:extLst>
              <a:ext uri="{FF2B5EF4-FFF2-40B4-BE49-F238E27FC236}">
                <a16:creationId xmlns:a16="http://schemas.microsoft.com/office/drawing/2014/main" id="{E00E013F-1D59-EA0A-2C2D-13DE77D549B1}"/>
              </a:ext>
            </a:extLst>
          </p:cNvPr>
          <p:cNvSpPr/>
          <p:nvPr/>
        </p:nvSpPr>
        <p:spPr>
          <a:xfrm>
            <a:off x="406084" y="2506396"/>
            <a:ext cx="2801690" cy="258927"/>
          </a:xfrm>
          <a:prstGeom prst="roundRect">
            <a:avLst>
              <a:gd name="adj" fmla="val 2276"/>
            </a:avLst>
          </a:prstGeom>
          <a:noFill/>
          <a:ln>
            <a:solidFill>
              <a:schemeClr val="accent2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6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文本框 79">
            <a:extLst>
              <a:ext uri="{FF2B5EF4-FFF2-40B4-BE49-F238E27FC236}">
                <a16:creationId xmlns:a16="http://schemas.microsoft.com/office/drawing/2014/main" id="{DD6D23DD-4FB4-5787-D7FC-35FC5C355588}"/>
              </a:ext>
            </a:extLst>
          </p:cNvPr>
          <p:cNvSpPr txBox="1"/>
          <p:nvPr/>
        </p:nvSpPr>
        <p:spPr>
          <a:xfrm>
            <a:off x="5412172" y="1297159"/>
            <a:ext cx="42848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solidFill>
                  <a:srgbClr val="006D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Agent</a:t>
            </a:r>
            <a:r>
              <a:rPr lang="zh-CN" altLang="en-US" sz="1400" b="1" dirty="0">
                <a:solidFill>
                  <a:srgbClr val="006D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的属性</a:t>
            </a:r>
            <a:r>
              <a:rPr lang="en-US" altLang="zh-CN" sz="1400" b="1" dirty="0">
                <a:solidFill>
                  <a:srgbClr val="006D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:</a:t>
            </a:r>
          </a:p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比如年龄，身份，性别等，可以进一步拓展</a:t>
            </a:r>
          </a:p>
        </p:txBody>
      </p:sp>
      <p:sp>
        <p:nvSpPr>
          <p:cNvPr id="15" name="Rounded Rectangle 133">
            <a:extLst>
              <a:ext uri="{FF2B5EF4-FFF2-40B4-BE49-F238E27FC236}">
                <a16:creationId xmlns:a16="http://schemas.microsoft.com/office/drawing/2014/main" id="{0B26C356-70E0-ABCD-11DF-9310E38A8A90}"/>
              </a:ext>
            </a:extLst>
          </p:cNvPr>
          <p:cNvSpPr/>
          <p:nvPr/>
        </p:nvSpPr>
        <p:spPr>
          <a:xfrm>
            <a:off x="406083" y="2899613"/>
            <a:ext cx="4136419" cy="839103"/>
          </a:xfrm>
          <a:prstGeom prst="roundRect">
            <a:avLst>
              <a:gd name="adj" fmla="val 2276"/>
            </a:avLst>
          </a:prstGeom>
          <a:noFill/>
          <a:ln>
            <a:solidFill>
              <a:schemeClr val="accent2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6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文本框 79">
            <a:extLst>
              <a:ext uri="{FF2B5EF4-FFF2-40B4-BE49-F238E27FC236}">
                <a16:creationId xmlns:a16="http://schemas.microsoft.com/office/drawing/2014/main" id="{AC55B134-31A7-E8AD-8E5E-B772E93D0535}"/>
              </a:ext>
            </a:extLst>
          </p:cNvPr>
          <p:cNvSpPr txBox="1"/>
          <p:nvPr/>
        </p:nvSpPr>
        <p:spPr>
          <a:xfrm>
            <a:off x="5412172" y="1928882"/>
            <a:ext cx="428489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solidFill>
                  <a:srgbClr val="006D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Agent</a:t>
            </a:r>
            <a:r>
              <a:rPr lang="zh-CN" altLang="en-US" sz="1400" b="1" dirty="0">
                <a:solidFill>
                  <a:srgbClr val="006D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的行为</a:t>
            </a:r>
            <a:r>
              <a:rPr lang="en-US" altLang="zh-CN" sz="1400" b="1" dirty="0">
                <a:solidFill>
                  <a:srgbClr val="006D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:</a:t>
            </a:r>
          </a:p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定义随着时间变化，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agent 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会如何行动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(agent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与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agent)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，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agent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与环境互动</a:t>
            </a:r>
          </a:p>
        </p:txBody>
      </p:sp>
      <p:sp>
        <p:nvSpPr>
          <p:cNvPr id="20" name="文本框 79">
            <a:extLst>
              <a:ext uri="{FF2B5EF4-FFF2-40B4-BE49-F238E27FC236}">
                <a16:creationId xmlns:a16="http://schemas.microsoft.com/office/drawing/2014/main" id="{479589B4-941C-027F-7944-ED99EEBABD8E}"/>
              </a:ext>
            </a:extLst>
          </p:cNvPr>
          <p:cNvSpPr txBox="1"/>
          <p:nvPr/>
        </p:nvSpPr>
        <p:spPr>
          <a:xfrm>
            <a:off x="5412171" y="2761828"/>
            <a:ext cx="4284893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solidFill>
                  <a:srgbClr val="006D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Model</a:t>
            </a:r>
            <a:r>
              <a:rPr lang="zh-CN" altLang="en-US" sz="1400" b="1" dirty="0">
                <a:solidFill>
                  <a:srgbClr val="006D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的空间</a:t>
            </a:r>
            <a:r>
              <a:rPr lang="en-US" altLang="zh-CN" sz="1400" b="1" dirty="0">
                <a:solidFill>
                  <a:srgbClr val="006D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:</a:t>
            </a:r>
          </a:p>
          <a:p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Mesa 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提供了多种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agent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存在且可以互动的空间类型：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Discrete Spaces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Grid-based Spaces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Network Space: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Continuous Space</a:t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21" name="Rounded Rectangle 133">
            <a:extLst>
              <a:ext uri="{FF2B5EF4-FFF2-40B4-BE49-F238E27FC236}">
                <a16:creationId xmlns:a16="http://schemas.microsoft.com/office/drawing/2014/main" id="{4F2A0CAF-0D76-33DC-A310-28EE4B939CF6}"/>
              </a:ext>
            </a:extLst>
          </p:cNvPr>
          <p:cNvSpPr/>
          <p:nvPr/>
        </p:nvSpPr>
        <p:spPr>
          <a:xfrm>
            <a:off x="426726" y="4468761"/>
            <a:ext cx="4136419" cy="228600"/>
          </a:xfrm>
          <a:prstGeom prst="roundRect">
            <a:avLst>
              <a:gd name="adj" fmla="val 2276"/>
            </a:avLst>
          </a:prstGeom>
          <a:noFill/>
          <a:ln>
            <a:solidFill>
              <a:schemeClr val="accent2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6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Rounded Rectangle 133">
            <a:extLst>
              <a:ext uri="{FF2B5EF4-FFF2-40B4-BE49-F238E27FC236}">
                <a16:creationId xmlns:a16="http://schemas.microsoft.com/office/drawing/2014/main" id="{395E2EDA-30EE-4AE5-1722-1CDDB9A2E69B}"/>
              </a:ext>
            </a:extLst>
          </p:cNvPr>
          <p:cNvSpPr/>
          <p:nvPr/>
        </p:nvSpPr>
        <p:spPr>
          <a:xfrm>
            <a:off x="426726" y="5687429"/>
            <a:ext cx="4136419" cy="198875"/>
          </a:xfrm>
          <a:prstGeom prst="roundRect">
            <a:avLst>
              <a:gd name="adj" fmla="val 2276"/>
            </a:avLst>
          </a:prstGeom>
          <a:noFill/>
          <a:ln>
            <a:solidFill>
              <a:schemeClr val="accent2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self.datacollector</a:t>
            </a:r>
            <a:endParaRPr kumimoji="1" lang="zh-CN" altLang="en-US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" name="文本框 79">
            <a:extLst>
              <a:ext uri="{FF2B5EF4-FFF2-40B4-BE49-F238E27FC236}">
                <a16:creationId xmlns:a16="http://schemas.microsoft.com/office/drawing/2014/main" id="{972174BF-2560-1921-905D-65D8736307A3}"/>
              </a:ext>
            </a:extLst>
          </p:cNvPr>
          <p:cNvSpPr txBox="1"/>
          <p:nvPr/>
        </p:nvSpPr>
        <p:spPr>
          <a:xfrm>
            <a:off x="5412170" y="4139589"/>
            <a:ext cx="428489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solidFill>
                  <a:srgbClr val="006D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Model </a:t>
            </a:r>
            <a:r>
              <a:rPr lang="zh-CN" altLang="en-US" sz="1400" b="1" dirty="0">
                <a:solidFill>
                  <a:srgbClr val="006D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中如何初始化 </a:t>
            </a:r>
            <a:r>
              <a:rPr lang="en-US" altLang="zh-CN" sz="1400" b="1" dirty="0">
                <a:solidFill>
                  <a:srgbClr val="006D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space </a:t>
            </a:r>
            <a:r>
              <a:rPr lang="zh-CN" altLang="en-US" sz="1400" b="1" dirty="0">
                <a:solidFill>
                  <a:srgbClr val="006D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和 </a:t>
            </a:r>
            <a:r>
              <a:rPr lang="en-US" altLang="zh-CN" sz="1400" b="1" dirty="0">
                <a:solidFill>
                  <a:srgbClr val="006D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agent:</a:t>
            </a:r>
          </a:p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定义如何创建 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agent,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如果有空间形式的话如何把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agent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放置上去</a:t>
            </a:r>
          </a:p>
        </p:txBody>
      </p:sp>
      <p:sp>
        <p:nvSpPr>
          <p:cNvPr id="24" name="文本框 79">
            <a:extLst>
              <a:ext uri="{FF2B5EF4-FFF2-40B4-BE49-F238E27FC236}">
                <a16:creationId xmlns:a16="http://schemas.microsoft.com/office/drawing/2014/main" id="{4798DF03-D09A-7023-E1D6-1C941D16726A}"/>
              </a:ext>
            </a:extLst>
          </p:cNvPr>
          <p:cNvSpPr txBox="1"/>
          <p:nvPr/>
        </p:nvSpPr>
        <p:spPr>
          <a:xfrm>
            <a:off x="5412170" y="4939048"/>
            <a:ext cx="42848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solidFill>
                  <a:srgbClr val="006D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Model </a:t>
            </a:r>
            <a:r>
              <a:rPr lang="zh-CN" altLang="en-US" sz="1400" b="1" dirty="0">
                <a:solidFill>
                  <a:srgbClr val="006D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中收集数据</a:t>
            </a:r>
            <a:r>
              <a:rPr lang="en-US" altLang="zh-CN" sz="1400" b="1" dirty="0">
                <a:solidFill>
                  <a:srgbClr val="006D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:</a:t>
            </a:r>
          </a:p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利用 </a:t>
            </a:r>
            <a:r>
              <a:rPr lang="en-US" altLang="zh-CN" sz="1400" dirty="0" err="1"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datacollector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 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进行数据收集</a:t>
            </a:r>
          </a:p>
        </p:txBody>
      </p:sp>
      <p:sp>
        <p:nvSpPr>
          <p:cNvPr id="25" name="文本框 79">
            <a:extLst>
              <a:ext uri="{FF2B5EF4-FFF2-40B4-BE49-F238E27FC236}">
                <a16:creationId xmlns:a16="http://schemas.microsoft.com/office/drawing/2014/main" id="{C1D19FBE-F3A6-227C-405F-AE8E344443F5}"/>
              </a:ext>
            </a:extLst>
          </p:cNvPr>
          <p:cNvSpPr txBox="1"/>
          <p:nvPr/>
        </p:nvSpPr>
        <p:spPr>
          <a:xfrm>
            <a:off x="5412170" y="5462268"/>
            <a:ext cx="4284893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solidFill>
                  <a:srgbClr val="006D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Model </a:t>
            </a:r>
            <a:r>
              <a:rPr lang="zh-CN" altLang="en-US" sz="1400" b="1" dirty="0">
                <a:solidFill>
                  <a:srgbClr val="006D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中</a:t>
            </a:r>
            <a:r>
              <a:rPr lang="en-US" altLang="zh-CN" sz="1400" b="1" dirty="0">
                <a:solidFill>
                  <a:srgbClr val="006D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agent</a:t>
            </a:r>
            <a:r>
              <a:rPr lang="zh-CN" altLang="en-US" sz="1400" b="1" dirty="0">
                <a:solidFill>
                  <a:srgbClr val="006D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的激活方式</a:t>
            </a:r>
            <a:r>
              <a:rPr lang="en-US" altLang="zh-CN" sz="1400" b="1" dirty="0">
                <a:solidFill>
                  <a:srgbClr val="006D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:</a:t>
            </a:r>
          </a:p>
          <a:p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Mesa 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提供了多种方式灵活激活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agent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，具体使用 </a:t>
            </a:r>
            <a:r>
              <a:rPr lang="en-US" altLang="zh-CN" sz="1400" dirty="0" err="1"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AgentSet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 API:</a:t>
            </a:r>
          </a:p>
          <a:p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model.agents.do("step")</a:t>
            </a:r>
          </a:p>
          <a:p>
            <a:r>
              <a:rPr lang="en-US" altLang="zh-CN" sz="1400" dirty="0" err="1"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model.agents.shuffle_do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("step")</a:t>
            </a:r>
          </a:p>
          <a:p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…</a:t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26" name="文本框 79">
            <a:extLst>
              <a:ext uri="{FF2B5EF4-FFF2-40B4-BE49-F238E27FC236}">
                <a16:creationId xmlns:a16="http://schemas.microsoft.com/office/drawing/2014/main" id="{91B1D570-A778-3705-44BC-80DE31D89878}"/>
              </a:ext>
            </a:extLst>
          </p:cNvPr>
          <p:cNvSpPr txBox="1"/>
          <p:nvPr/>
        </p:nvSpPr>
        <p:spPr>
          <a:xfrm>
            <a:off x="9883140" y="5213348"/>
            <a:ext cx="230886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Tip:</a:t>
            </a:r>
          </a:p>
          <a:p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Mesa 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更新后将之前的 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schedule 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替换为了 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do 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这样的操作，详见：</a:t>
            </a:r>
            <a:r>
              <a:rPr lang="en-US" altLang="zh-CN" sz="1050" dirty="0"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hlinkClick r:id="rId3"/>
              </a:rPr>
              <a:t>https://github.com/projectmesa/mesa/blob/11bbc52f28bb5a1d1220324f11bc34cc43ebc3b5/docs/migration_guide.md?plain=1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cxnSp>
        <p:nvCxnSpPr>
          <p:cNvPr id="28" name="直接箭头连接符 27">
            <a:extLst>
              <a:ext uri="{FF2B5EF4-FFF2-40B4-BE49-F238E27FC236}">
                <a16:creationId xmlns:a16="http://schemas.microsoft.com/office/drawing/2014/main" id="{157EB9B9-914B-22D1-EE91-578459E84FAE}"/>
              </a:ext>
            </a:extLst>
          </p:cNvPr>
          <p:cNvCxnSpPr>
            <a:endCxn id="14" idx="1"/>
          </p:cNvCxnSpPr>
          <p:nvPr/>
        </p:nvCxnSpPr>
        <p:spPr>
          <a:xfrm flipV="1">
            <a:off x="3207774" y="1558769"/>
            <a:ext cx="2204398" cy="11087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6C39BEF6-3DE5-2521-367F-4C934E5AC181}"/>
              </a:ext>
            </a:extLst>
          </p:cNvPr>
          <p:cNvCxnSpPr>
            <a:cxnSpLocks/>
          </p:cNvCxnSpPr>
          <p:nvPr/>
        </p:nvCxnSpPr>
        <p:spPr>
          <a:xfrm flipV="1">
            <a:off x="3731342" y="2132757"/>
            <a:ext cx="1563329" cy="8944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C9DC182F-47CA-2D0F-4776-E817ED2E7BCF}"/>
              </a:ext>
            </a:extLst>
          </p:cNvPr>
          <p:cNvCxnSpPr>
            <a:cxnSpLocks/>
          </p:cNvCxnSpPr>
          <p:nvPr/>
        </p:nvCxnSpPr>
        <p:spPr>
          <a:xfrm flipV="1">
            <a:off x="3286878" y="2852600"/>
            <a:ext cx="2125291" cy="16396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箭头连接符 33">
            <a:extLst>
              <a:ext uri="{FF2B5EF4-FFF2-40B4-BE49-F238E27FC236}">
                <a16:creationId xmlns:a16="http://schemas.microsoft.com/office/drawing/2014/main" id="{6C0AD4CF-60AF-0F64-8BFE-9571D2C30D1D}"/>
              </a:ext>
            </a:extLst>
          </p:cNvPr>
          <p:cNvCxnSpPr>
            <a:cxnSpLocks/>
          </p:cNvCxnSpPr>
          <p:nvPr/>
        </p:nvCxnSpPr>
        <p:spPr>
          <a:xfrm flipV="1">
            <a:off x="4461126" y="4281113"/>
            <a:ext cx="951043" cy="5971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133">
            <a:extLst>
              <a:ext uri="{FF2B5EF4-FFF2-40B4-BE49-F238E27FC236}">
                <a16:creationId xmlns:a16="http://schemas.microsoft.com/office/drawing/2014/main" id="{BC061026-95E3-C790-F4C1-3DF396ABF073}"/>
              </a:ext>
            </a:extLst>
          </p:cNvPr>
          <p:cNvSpPr/>
          <p:nvPr/>
        </p:nvSpPr>
        <p:spPr>
          <a:xfrm>
            <a:off x="406082" y="4762711"/>
            <a:ext cx="4136419" cy="839102"/>
          </a:xfrm>
          <a:prstGeom prst="roundRect">
            <a:avLst>
              <a:gd name="adj" fmla="val 2276"/>
            </a:avLst>
          </a:prstGeom>
          <a:noFill/>
          <a:ln>
            <a:solidFill>
              <a:schemeClr val="accent2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6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14680F02-391F-564D-FB0E-97C6098EAA14}"/>
              </a:ext>
            </a:extLst>
          </p:cNvPr>
          <p:cNvCxnSpPr>
            <a:cxnSpLocks/>
          </p:cNvCxnSpPr>
          <p:nvPr/>
        </p:nvCxnSpPr>
        <p:spPr>
          <a:xfrm flipV="1">
            <a:off x="4140477" y="5063307"/>
            <a:ext cx="1271692" cy="6727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A57BBAC0-4AB3-0510-04F7-B41EBBA80EA9}"/>
              </a:ext>
            </a:extLst>
          </p:cNvPr>
          <p:cNvCxnSpPr>
            <a:cxnSpLocks/>
          </p:cNvCxnSpPr>
          <p:nvPr/>
        </p:nvCxnSpPr>
        <p:spPr>
          <a:xfrm flipV="1">
            <a:off x="2875935" y="5667163"/>
            <a:ext cx="2536234" cy="5696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11631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F5BECB-BD7B-ECC2-9720-5CC492680E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D65480A-0143-9A8B-3706-A6B78708E97A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133182" y="1289785"/>
            <a:ext cx="2551500" cy="229265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Mesa </a:t>
            </a:r>
            <a:r>
              <a:rPr lang="zh-CN" altLang="en-US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中 </a:t>
            </a:r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Space </a:t>
            </a:r>
            <a:r>
              <a:rPr lang="zh-CN" altLang="en-US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分类：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16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Discrete Spaces</a:t>
            </a:r>
          </a:p>
          <a:p>
            <a:pPr lvl="1"/>
            <a:r>
              <a:rPr lang="en-US" altLang="zh-CN" sz="16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Grid-based Spaces</a:t>
            </a:r>
          </a:p>
          <a:p>
            <a:pPr lvl="1"/>
            <a:r>
              <a:rPr lang="en-US" altLang="zh-CN" sz="16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Network Space</a:t>
            </a:r>
          </a:p>
          <a:p>
            <a:pPr lvl="1"/>
            <a:r>
              <a:rPr lang="en-US" altLang="zh-CN" sz="16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Voronoi Space</a:t>
            </a:r>
          </a:p>
          <a:p>
            <a:pPr lvl="1"/>
            <a:r>
              <a:rPr lang="en-US" altLang="zh-CN" sz="1600" b="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Property Layers</a:t>
            </a:r>
          </a:p>
          <a:p>
            <a:r>
              <a:rPr lang="en-US" altLang="zh-CN" sz="16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Continuous Space</a:t>
            </a:r>
          </a:p>
          <a:p>
            <a:endParaRPr lang="zh-CN" altLang="en-US" sz="1600" b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DC5D0F6-A0A6-CEAD-7082-54CED321762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Mesa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标题 6">
            <a:extLst>
              <a:ext uri="{FF2B5EF4-FFF2-40B4-BE49-F238E27FC236}">
                <a16:creationId xmlns:a16="http://schemas.microsoft.com/office/drawing/2014/main" id="{E78A2899-48EF-4E9B-A6B9-E8130C543B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08860" y="386781"/>
            <a:ext cx="8702040" cy="903004"/>
          </a:xfrm>
        </p:spPr>
        <p:txBody>
          <a:bodyPr>
            <a:normAutofit fontScale="90000"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Space (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空间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):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定义了代理在其中移动和交互的结构</a:t>
            </a:r>
          </a:p>
        </p:txBody>
      </p:sp>
      <p:grpSp>
        <p:nvGrpSpPr>
          <p:cNvPr id="123" name="组合 122">
            <a:extLst>
              <a:ext uri="{FF2B5EF4-FFF2-40B4-BE49-F238E27FC236}">
                <a16:creationId xmlns:a16="http://schemas.microsoft.com/office/drawing/2014/main" id="{B46B5F68-2CA1-6749-0421-A645A832AA42}"/>
              </a:ext>
            </a:extLst>
          </p:cNvPr>
          <p:cNvGrpSpPr/>
          <p:nvPr/>
        </p:nvGrpSpPr>
        <p:grpSpPr>
          <a:xfrm>
            <a:off x="2636402" y="2042810"/>
            <a:ext cx="5706998" cy="3156943"/>
            <a:chOff x="927949" y="333284"/>
            <a:chExt cx="10578684" cy="6443988"/>
          </a:xfrm>
        </p:grpSpPr>
        <p:grpSp>
          <p:nvGrpSpPr>
            <p:cNvPr id="6" name="Group 100">
              <a:extLst>
                <a:ext uri="{FF2B5EF4-FFF2-40B4-BE49-F238E27FC236}">
                  <a16:creationId xmlns:a16="http://schemas.microsoft.com/office/drawing/2014/main" id="{CCFAB775-DF1B-73C4-603F-A57418C079A5}"/>
                </a:ext>
              </a:extLst>
            </p:cNvPr>
            <p:cNvGrpSpPr/>
            <p:nvPr/>
          </p:nvGrpSpPr>
          <p:grpSpPr>
            <a:xfrm>
              <a:off x="4010409" y="3785999"/>
              <a:ext cx="4495162" cy="1988153"/>
              <a:chOff x="214058" y="4040297"/>
              <a:chExt cx="5898859" cy="2608991"/>
            </a:xfrm>
          </p:grpSpPr>
          <p:sp>
            <p:nvSpPr>
              <p:cNvPr id="8" name="Parallelogram 101">
                <a:extLst>
                  <a:ext uri="{FF2B5EF4-FFF2-40B4-BE49-F238E27FC236}">
                    <a16:creationId xmlns:a16="http://schemas.microsoft.com/office/drawing/2014/main" id="{922E9312-79FF-3681-403F-23E87B9BED8E}"/>
                  </a:ext>
                </a:extLst>
              </p:cNvPr>
              <p:cNvSpPr/>
              <p:nvPr/>
            </p:nvSpPr>
            <p:spPr>
              <a:xfrm flipH="1">
                <a:off x="214058" y="4040297"/>
                <a:ext cx="978569" cy="441659"/>
              </a:xfrm>
              <a:prstGeom prst="parallelogram">
                <a:avLst>
                  <a:gd name="adj" fmla="val 78117"/>
                </a:avLst>
              </a:prstGeom>
              <a:solidFill>
                <a:schemeClr val="accent6"/>
              </a:solidFill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1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9" name="Parallelogram 102">
                <a:extLst>
                  <a:ext uri="{FF2B5EF4-FFF2-40B4-BE49-F238E27FC236}">
                    <a16:creationId xmlns:a16="http://schemas.microsoft.com/office/drawing/2014/main" id="{3A1C777F-0889-17D5-42B9-D4F9F335BA00}"/>
                  </a:ext>
                </a:extLst>
              </p:cNvPr>
              <p:cNvSpPr/>
              <p:nvPr/>
            </p:nvSpPr>
            <p:spPr>
              <a:xfrm flipH="1">
                <a:off x="858501" y="4040297"/>
                <a:ext cx="978569" cy="441659"/>
              </a:xfrm>
              <a:prstGeom prst="parallelogram">
                <a:avLst>
                  <a:gd name="adj" fmla="val 78117"/>
                </a:avLst>
              </a:prstGeom>
              <a:solidFill>
                <a:schemeClr val="accent6"/>
              </a:solidFill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1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0" name="Parallelogram 103">
                <a:extLst>
                  <a:ext uri="{FF2B5EF4-FFF2-40B4-BE49-F238E27FC236}">
                    <a16:creationId xmlns:a16="http://schemas.microsoft.com/office/drawing/2014/main" id="{8B4AD62F-A001-C268-096C-59FC723A986B}"/>
                  </a:ext>
                </a:extLst>
              </p:cNvPr>
              <p:cNvSpPr/>
              <p:nvPr/>
            </p:nvSpPr>
            <p:spPr>
              <a:xfrm flipH="1">
                <a:off x="1502944" y="4040297"/>
                <a:ext cx="978569" cy="441659"/>
              </a:xfrm>
              <a:prstGeom prst="parallelogram">
                <a:avLst>
                  <a:gd name="adj" fmla="val 78117"/>
                </a:avLst>
              </a:prstGeom>
              <a:solidFill>
                <a:schemeClr val="accent6">
                  <a:alpha val="20000"/>
                </a:schemeClr>
              </a:solidFill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1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1" name="Parallelogram 104">
                <a:extLst>
                  <a:ext uri="{FF2B5EF4-FFF2-40B4-BE49-F238E27FC236}">
                    <a16:creationId xmlns:a16="http://schemas.microsoft.com/office/drawing/2014/main" id="{1437953F-4751-2539-3A79-5142C99AD7D5}"/>
                  </a:ext>
                </a:extLst>
              </p:cNvPr>
              <p:cNvSpPr/>
              <p:nvPr/>
            </p:nvSpPr>
            <p:spPr>
              <a:xfrm flipH="1">
                <a:off x="2147387" y="4040297"/>
                <a:ext cx="978569" cy="441659"/>
              </a:xfrm>
              <a:prstGeom prst="parallelogram">
                <a:avLst>
                  <a:gd name="adj" fmla="val 78117"/>
                </a:avLst>
              </a:prstGeom>
              <a:solidFill>
                <a:schemeClr val="accent6"/>
              </a:solidFill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1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2" name="Parallelogram 105">
                <a:extLst>
                  <a:ext uri="{FF2B5EF4-FFF2-40B4-BE49-F238E27FC236}">
                    <a16:creationId xmlns:a16="http://schemas.microsoft.com/office/drawing/2014/main" id="{29D48BF2-3A21-BCF0-BB58-14EFD8705AC7}"/>
                  </a:ext>
                </a:extLst>
              </p:cNvPr>
              <p:cNvSpPr/>
              <p:nvPr/>
            </p:nvSpPr>
            <p:spPr>
              <a:xfrm flipH="1">
                <a:off x="2791830" y="4040297"/>
                <a:ext cx="978569" cy="441659"/>
              </a:xfrm>
              <a:prstGeom prst="parallelogram">
                <a:avLst>
                  <a:gd name="adj" fmla="val 78117"/>
                </a:avLst>
              </a:prstGeom>
              <a:solidFill>
                <a:schemeClr val="accent6">
                  <a:alpha val="70000"/>
                </a:schemeClr>
              </a:solidFill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1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3" name="Parallelogram 106">
                <a:extLst>
                  <a:ext uri="{FF2B5EF4-FFF2-40B4-BE49-F238E27FC236}">
                    <a16:creationId xmlns:a16="http://schemas.microsoft.com/office/drawing/2014/main" id="{FB34CC07-9044-EE5A-22E2-7F4B82BB404A}"/>
                  </a:ext>
                </a:extLst>
              </p:cNvPr>
              <p:cNvSpPr/>
              <p:nvPr/>
            </p:nvSpPr>
            <p:spPr>
              <a:xfrm flipH="1">
                <a:off x="3436272" y="4040297"/>
                <a:ext cx="978569" cy="441659"/>
              </a:xfrm>
              <a:prstGeom prst="parallelogram">
                <a:avLst>
                  <a:gd name="adj" fmla="val 78117"/>
                </a:avLst>
              </a:prstGeom>
              <a:solidFill>
                <a:schemeClr val="accent6"/>
              </a:solidFill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1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4" name="Parallelogram 107">
                <a:extLst>
                  <a:ext uri="{FF2B5EF4-FFF2-40B4-BE49-F238E27FC236}">
                    <a16:creationId xmlns:a16="http://schemas.microsoft.com/office/drawing/2014/main" id="{269C764B-4E44-45C6-C2BE-9DDA85488971}"/>
                  </a:ext>
                </a:extLst>
              </p:cNvPr>
              <p:cNvSpPr/>
              <p:nvPr/>
            </p:nvSpPr>
            <p:spPr>
              <a:xfrm flipH="1">
                <a:off x="568103" y="4486468"/>
                <a:ext cx="978569" cy="441659"/>
              </a:xfrm>
              <a:prstGeom prst="parallelogram">
                <a:avLst>
                  <a:gd name="adj" fmla="val 78117"/>
                </a:avLst>
              </a:prstGeom>
              <a:solidFill>
                <a:schemeClr val="accent6">
                  <a:alpha val="27000"/>
                </a:schemeClr>
              </a:solidFill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1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5" name="Parallelogram 108">
                <a:extLst>
                  <a:ext uri="{FF2B5EF4-FFF2-40B4-BE49-F238E27FC236}">
                    <a16:creationId xmlns:a16="http://schemas.microsoft.com/office/drawing/2014/main" id="{B4A6AB3A-8FD6-46FB-075E-7879021C4377}"/>
                  </a:ext>
                </a:extLst>
              </p:cNvPr>
              <p:cNvSpPr/>
              <p:nvPr/>
            </p:nvSpPr>
            <p:spPr>
              <a:xfrm flipH="1">
                <a:off x="1212546" y="4486468"/>
                <a:ext cx="978569" cy="441659"/>
              </a:xfrm>
              <a:prstGeom prst="parallelogram">
                <a:avLst>
                  <a:gd name="adj" fmla="val 78117"/>
                </a:avLst>
              </a:prstGeom>
              <a:solidFill>
                <a:schemeClr val="accent6">
                  <a:alpha val="40000"/>
                </a:schemeClr>
              </a:solidFill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1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6" name="Parallelogram 109">
                <a:extLst>
                  <a:ext uri="{FF2B5EF4-FFF2-40B4-BE49-F238E27FC236}">
                    <a16:creationId xmlns:a16="http://schemas.microsoft.com/office/drawing/2014/main" id="{67F6FCA6-4390-9271-A10B-313D445F9A79}"/>
                  </a:ext>
                </a:extLst>
              </p:cNvPr>
              <p:cNvSpPr/>
              <p:nvPr/>
            </p:nvSpPr>
            <p:spPr>
              <a:xfrm flipH="1">
                <a:off x="1856989" y="4486468"/>
                <a:ext cx="978569" cy="441659"/>
              </a:xfrm>
              <a:prstGeom prst="parallelogram">
                <a:avLst>
                  <a:gd name="adj" fmla="val 78117"/>
                </a:avLst>
              </a:prstGeom>
              <a:solidFill>
                <a:schemeClr val="accent6"/>
              </a:solidFill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1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7" name="Parallelogram 110">
                <a:extLst>
                  <a:ext uri="{FF2B5EF4-FFF2-40B4-BE49-F238E27FC236}">
                    <a16:creationId xmlns:a16="http://schemas.microsoft.com/office/drawing/2014/main" id="{CFEC1837-E7E3-3103-B8D7-8D28B0BBE2A5}"/>
                  </a:ext>
                </a:extLst>
              </p:cNvPr>
              <p:cNvSpPr/>
              <p:nvPr/>
            </p:nvSpPr>
            <p:spPr>
              <a:xfrm flipH="1">
                <a:off x="2501432" y="4486468"/>
                <a:ext cx="978569" cy="441659"/>
              </a:xfrm>
              <a:prstGeom prst="parallelogram">
                <a:avLst>
                  <a:gd name="adj" fmla="val 78117"/>
                </a:avLst>
              </a:prstGeom>
              <a:solidFill>
                <a:schemeClr val="accent6">
                  <a:alpha val="70000"/>
                </a:schemeClr>
              </a:solidFill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1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8" name="Parallelogram 111">
                <a:extLst>
                  <a:ext uri="{FF2B5EF4-FFF2-40B4-BE49-F238E27FC236}">
                    <a16:creationId xmlns:a16="http://schemas.microsoft.com/office/drawing/2014/main" id="{4CE7CBED-4B19-54FF-215B-2ED14C9A4126}"/>
                  </a:ext>
                </a:extLst>
              </p:cNvPr>
              <p:cNvSpPr/>
              <p:nvPr/>
            </p:nvSpPr>
            <p:spPr>
              <a:xfrm flipH="1">
                <a:off x="3145875" y="4486468"/>
                <a:ext cx="978569" cy="441659"/>
              </a:xfrm>
              <a:prstGeom prst="parallelogram">
                <a:avLst>
                  <a:gd name="adj" fmla="val 78117"/>
                </a:avLst>
              </a:prstGeom>
              <a:solidFill>
                <a:schemeClr val="accent6">
                  <a:alpha val="40000"/>
                </a:schemeClr>
              </a:solidFill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1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9" name="Parallelogram 112">
                <a:extLst>
                  <a:ext uri="{FF2B5EF4-FFF2-40B4-BE49-F238E27FC236}">
                    <a16:creationId xmlns:a16="http://schemas.microsoft.com/office/drawing/2014/main" id="{295829A7-CA77-BD0D-A447-A0DBDE296DBF}"/>
                  </a:ext>
                </a:extLst>
              </p:cNvPr>
              <p:cNvSpPr/>
              <p:nvPr/>
            </p:nvSpPr>
            <p:spPr>
              <a:xfrm flipH="1">
                <a:off x="3790317" y="4486468"/>
                <a:ext cx="978569" cy="441659"/>
              </a:xfrm>
              <a:prstGeom prst="parallelogram">
                <a:avLst>
                  <a:gd name="adj" fmla="val 78117"/>
                </a:avLst>
              </a:prstGeom>
              <a:solidFill>
                <a:schemeClr val="accent6">
                  <a:alpha val="80000"/>
                </a:schemeClr>
              </a:solidFill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1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20" name="Parallelogram 113">
                <a:extLst>
                  <a:ext uri="{FF2B5EF4-FFF2-40B4-BE49-F238E27FC236}">
                    <a16:creationId xmlns:a16="http://schemas.microsoft.com/office/drawing/2014/main" id="{3B7BABB0-8D38-C48D-6614-A5EF85F0C0A3}"/>
                  </a:ext>
                </a:extLst>
              </p:cNvPr>
              <p:cNvSpPr/>
              <p:nvPr/>
            </p:nvSpPr>
            <p:spPr>
              <a:xfrm flipH="1">
                <a:off x="918651" y="4942070"/>
                <a:ext cx="978569" cy="441659"/>
              </a:xfrm>
              <a:prstGeom prst="parallelogram">
                <a:avLst>
                  <a:gd name="adj" fmla="val 78117"/>
                </a:avLst>
              </a:prstGeom>
              <a:solidFill>
                <a:schemeClr val="accent6"/>
              </a:solidFill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1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21" name="Parallelogram 114">
                <a:extLst>
                  <a:ext uri="{FF2B5EF4-FFF2-40B4-BE49-F238E27FC236}">
                    <a16:creationId xmlns:a16="http://schemas.microsoft.com/office/drawing/2014/main" id="{696213DF-BD9B-C6A5-9133-03083BAB5EB7}"/>
                  </a:ext>
                </a:extLst>
              </p:cNvPr>
              <p:cNvSpPr/>
              <p:nvPr/>
            </p:nvSpPr>
            <p:spPr>
              <a:xfrm flipH="1">
                <a:off x="1563094" y="4942070"/>
                <a:ext cx="978569" cy="441659"/>
              </a:xfrm>
              <a:prstGeom prst="parallelogram">
                <a:avLst>
                  <a:gd name="adj" fmla="val 78117"/>
                </a:avLst>
              </a:prstGeom>
              <a:solidFill>
                <a:schemeClr val="accent6">
                  <a:alpha val="10000"/>
                </a:schemeClr>
              </a:solidFill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1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22" name="Parallelogram 115">
                <a:extLst>
                  <a:ext uri="{FF2B5EF4-FFF2-40B4-BE49-F238E27FC236}">
                    <a16:creationId xmlns:a16="http://schemas.microsoft.com/office/drawing/2014/main" id="{42B85CA4-8234-C823-616C-BA3CED42471D}"/>
                  </a:ext>
                </a:extLst>
              </p:cNvPr>
              <p:cNvSpPr/>
              <p:nvPr/>
            </p:nvSpPr>
            <p:spPr>
              <a:xfrm flipH="1">
                <a:off x="2207537" y="4942070"/>
                <a:ext cx="978569" cy="441659"/>
              </a:xfrm>
              <a:prstGeom prst="parallelogram">
                <a:avLst>
                  <a:gd name="adj" fmla="val 78117"/>
                </a:avLst>
              </a:prstGeom>
              <a:solidFill>
                <a:schemeClr val="accent6"/>
              </a:solidFill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1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23" name="Parallelogram 116">
                <a:extLst>
                  <a:ext uri="{FF2B5EF4-FFF2-40B4-BE49-F238E27FC236}">
                    <a16:creationId xmlns:a16="http://schemas.microsoft.com/office/drawing/2014/main" id="{B4AE495B-D5F6-0403-8097-6A97DAAE1422}"/>
                  </a:ext>
                </a:extLst>
              </p:cNvPr>
              <p:cNvSpPr/>
              <p:nvPr/>
            </p:nvSpPr>
            <p:spPr>
              <a:xfrm flipH="1">
                <a:off x="2851980" y="4942070"/>
                <a:ext cx="978569" cy="441659"/>
              </a:xfrm>
              <a:prstGeom prst="parallelogram">
                <a:avLst>
                  <a:gd name="adj" fmla="val 78117"/>
                </a:avLst>
              </a:prstGeom>
              <a:solidFill>
                <a:schemeClr val="accent6">
                  <a:alpha val="70000"/>
                </a:schemeClr>
              </a:solidFill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1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24" name="Parallelogram 117">
                <a:extLst>
                  <a:ext uri="{FF2B5EF4-FFF2-40B4-BE49-F238E27FC236}">
                    <a16:creationId xmlns:a16="http://schemas.microsoft.com/office/drawing/2014/main" id="{7AB71B59-E98A-C4E8-ED8E-05D091911275}"/>
                  </a:ext>
                </a:extLst>
              </p:cNvPr>
              <p:cNvSpPr/>
              <p:nvPr/>
            </p:nvSpPr>
            <p:spPr>
              <a:xfrm flipH="1">
                <a:off x="3496423" y="4942070"/>
                <a:ext cx="978569" cy="441659"/>
              </a:xfrm>
              <a:prstGeom prst="parallelogram">
                <a:avLst>
                  <a:gd name="adj" fmla="val 78117"/>
                </a:avLst>
              </a:prstGeom>
              <a:solidFill>
                <a:schemeClr val="accent6"/>
              </a:solidFill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1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25" name="Parallelogram 118">
                <a:extLst>
                  <a:ext uri="{FF2B5EF4-FFF2-40B4-BE49-F238E27FC236}">
                    <a16:creationId xmlns:a16="http://schemas.microsoft.com/office/drawing/2014/main" id="{F2AEE700-B8BF-439C-3FFE-1F3AC5E014A1}"/>
                  </a:ext>
                </a:extLst>
              </p:cNvPr>
              <p:cNvSpPr/>
              <p:nvPr/>
            </p:nvSpPr>
            <p:spPr>
              <a:xfrm flipH="1">
                <a:off x="4140865" y="4942070"/>
                <a:ext cx="978569" cy="441659"/>
              </a:xfrm>
              <a:prstGeom prst="parallelogram">
                <a:avLst>
                  <a:gd name="adj" fmla="val 78117"/>
                </a:avLst>
              </a:prstGeom>
              <a:solidFill>
                <a:schemeClr val="accent6">
                  <a:alpha val="70000"/>
                </a:schemeClr>
              </a:solidFill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1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26" name="Parallelogram 119">
                <a:extLst>
                  <a:ext uri="{FF2B5EF4-FFF2-40B4-BE49-F238E27FC236}">
                    <a16:creationId xmlns:a16="http://schemas.microsoft.com/office/drawing/2014/main" id="{47847E59-1ACE-FFEC-E45F-848C7ED82825}"/>
                  </a:ext>
                </a:extLst>
              </p:cNvPr>
              <p:cNvSpPr/>
              <p:nvPr/>
            </p:nvSpPr>
            <p:spPr>
              <a:xfrm flipH="1">
                <a:off x="1267691" y="5389746"/>
                <a:ext cx="978569" cy="441659"/>
              </a:xfrm>
              <a:prstGeom prst="parallelogram">
                <a:avLst>
                  <a:gd name="adj" fmla="val 78117"/>
                </a:avLst>
              </a:prstGeom>
              <a:solidFill>
                <a:schemeClr val="accent6">
                  <a:alpha val="40000"/>
                </a:schemeClr>
              </a:solidFill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1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27" name="Parallelogram 120">
                <a:extLst>
                  <a:ext uri="{FF2B5EF4-FFF2-40B4-BE49-F238E27FC236}">
                    <a16:creationId xmlns:a16="http://schemas.microsoft.com/office/drawing/2014/main" id="{695F435D-E443-841A-571D-45C30ED6B074}"/>
                  </a:ext>
                </a:extLst>
              </p:cNvPr>
              <p:cNvSpPr/>
              <p:nvPr/>
            </p:nvSpPr>
            <p:spPr>
              <a:xfrm flipH="1">
                <a:off x="1912134" y="5389746"/>
                <a:ext cx="978569" cy="441659"/>
              </a:xfrm>
              <a:prstGeom prst="parallelogram">
                <a:avLst>
                  <a:gd name="adj" fmla="val 78117"/>
                </a:avLst>
              </a:prstGeom>
              <a:solidFill>
                <a:schemeClr val="accent6">
                  <a:alpha val="70000"/>
                </a:schemeClr>
              </a:solidFill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1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28" name="Parallelogram 121">
                <a:extLst>
                  <a:ext uri="{FF2B5EF4-FFF2-40B4-BE49-F238E27FC236}">
                    <a16:creationId xmlns:a16="http://schemas.microsoft.com/office/drawing/2014/main" id="{B0681E8E-191D-B7F7-7284-364D56D7D34B}"/>
                  </a:ext>
                </a:extLst>
              </p:cNvPr>
              <p:cNvSpPr/>
              <p:nvPr/>
            </p:nvSpPr>
            <p:spPr>
              <a:xfrm flipH="1">
                <a:off x="2556577" y="5389746"/>
                <a:ext cx="978569" cy="441659"/>
              </a:xfrm>
              <a:prstGeom prst="parallelogram">
                <a:avLst>
                  <a:gd name="adj" fmla="val 78117"/>
                </a:avLst>
              </a:prstGeom>
              <a:solidFill>
                <a:schemeClr val="accent6">
                  <a:alpha val="40000"/>
                </a:schemeClr>
              </a:solidFill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1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29" name="Parallelogram 122">
                <a:extLst>
                  <a:ext uri="{FF2B5EF4-FFF2-40B4-BE49-F238E27FC236}">
                    <a16:creationId xmlns:a16="http://schemas.microsoft.com/office/drawing/2014/main" id="{A63EA587-B5AB-DE62-A49C-75CB919BA7A7}"/>
                  </a:ext>
                </a:extLst>
              </p:cNvPr>
              <p:cNvSpPr/>
              <p:nvPr/>
            </p:nvSpPr>
            <p:spPr>
              <a:xfrm flipH="1">
                <a:off x="3201020" y="5389746"/>
                <a:ext cx="978569" cy="441659"/>
              </a:xfrm>
              <a:prstGeom prst="parallelogram">
                <a:avLst>
                  <a:gd name="adj" fmla="val 78117"/>
                </a:avLst>
              </a:prstGeom>
              <a:solidFill>
                <a:schemeClr val="accent6"/>
              </a:solidFill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1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0" name="Parallelogram 123">
                <a:extLst>
                  <a:ext uri="{FF2B5EF4-FFF2-40B4-BE49-F238E27FC236}">
                    <a16:creationId xmlns:a16="http://schemas.microsoft.com/office/drawing/2014/main" id="{D1F95E30-B72A-5CAC-F931-6AB1254F8B67}"/>
                  </a:ext>
                </a:extLst>
              </p:cNvPr>
              <p:cNvSpPr/>
              <p:nvPr/>
            </p:nvSpPr>
            <p:spPr>
              <a:xfrm flipH="1">
                <a:off x="3845463" y="5389746"/>
                <a:ext cx="978569" cy="441659"/>
              </a:xfrm>
              <a:prstGeom prst="parallelogram">
                <a:avLst>
                  <a:gd name="adj" fmla="val 78117"/>
                </a:avLst>
              </a:prstGeom>
              <a:solidFill>
                <a:schemeClr val="accent6">
                  <a:alpha val="67000"/>
                </a:schemeClr>
              </a:solidFill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1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1" name="Parallelogram 124">
                <a:extLst>
                  <a:ext uri="{FF2B5EF4-FFF2-40B4-BE49-F238E27FC236}">
                    <a16:creationId xmlns:a16="http://schemas.microsoft.com/office/drawing/2014/main" id="{8E811328-06E6-5E51-FA31-7A8BCC3FC9F6}"/>
                  </a:ext>
                </a:extLst>
              </p:cNvPr>
              <p:cNvSpPr/>
              <p:nvPr/>
            </p:nvSpPr>
            <p:spPr>
              <a:xfrm flipH="1">
                <a:off x="4489905" y="5389746"/>
                <a:ext cx="978569" cy="441659"/>
              </a:xfrm>
              <a:prstGeom prst="parallelogram">
                <a:avLst>
                  <a:gd name="adj" fmla="val 78117"/>
                </a:avLst>
              </a:prstGeom>
              <a:solidFill>
                <a:schemeClr val="accent6"/>
              </a:solidFill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1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2" name="Parallelogram 125">
                <a:extLst>
                  <a:ext uri="{FF2B5EF4-FFF2-40B4-BE49-F238E27FC236}">
                    <a16:creationId xmlns:a16="http://schemas.microsoft.com/office/drawing/2014/main" id="{EA5B49EB-E310-D860-E985-92FB30176884}"/>
                  </a:ext>
                </a:extLst>
              </p:cNvPr>
              <p:cNvSpPr/>
              <p:nvPr/>
            </p:nvSpPr>
            <p:spPr>
              <a:xfrm flipH="1">
                <a:off x="1619993" y="5825938"/>
                <a:ext cx="978569" cy="441659"/>
              </a:xfrm>
              <a:prstGeom prst="parallelogram">
                <a:avLst>
                  <a:gd name="adj" fmla="val 78117"/>
                </a:avLst>
              </a:prstGeom>
              <a:solidFill>
                <a:schemeClr val="accent6">
                  <a:alpha val="35000"/>
                </a:schemeClr>
              </a:solidFill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1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3" name="Parallelogram 126">
                <a:extLst>
                  <a:ext uri="{FF2B5EF4-FFF2-40B4-BE49-F238E27FC236}">
                    <a16:creationId xmlns:a16="http://schemas.microsoft.com/office/drawing/2014/main" id="{0A761820-2438-BA3A-22E5-365C3644A5AC}"/>
                  </a:ext>
                </a:extLst>
              </p:cNvPr>
              <p:cNvSpPr/>
              <p:nvPr/>
            </p:nvSpPr>
            <p:spPr>
              <a:xfrm flipH="1">
                <a:off x="2264436" y="5825938"/>
                <a:ext cx="978569" cy="441659"/>
              </a:xfrm>
              <a:prstGeom prst="parallelogram">
                <a:avLst>
                  <a:gd name="adj" fmla="val 78117"/>
                </a:avLst>
              </a:prstGeom>
              <a:solidFill>
                <a:schemeClr val="accent6">
                  <a:alpha val="70000"/>
                </a:schemeClr>
              </a:solidFill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1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4" name="Parallelogram 127">
                <a:extLst>
                  <a:ext uri="{FF2B5EF4-FFF2-40B4-BE49-F238E27FC236}">
                    <a16:creationId xmlns:a16="http://schemas.microsoft.com/office/drawing/2014/main" id="{327963E5-65C1-F14E-4BD5-953412CA9F43}"/>
                  </a:ext>
                </a:extLst>
              </p:cNvPr>
              <p:cNvSpPr/>
              <p:nvPr/>
            </p:nvSpPr>
            <p:spPr>
              <a:xfrm flipH="1">
                <a:off x="2908879" y="5825938"/>
                <a:ext cx="978569" cy="441659"/>
              </a:xfrm>
              <a:prstGeom prst="parallelogram">
                <a:avLst>
                  <a:gd name="adj" fmla="val 78117"/>
                </a:avLst>
              </a:prstGeom>
              <a:solidFill>
                <a:schemeClr val="accent6"/>
              </a:solidFill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1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5" name="Parallelogram 128">
                <a:extLst>
                  <a:ext uri="{FF2B5EF4-FFF2-40B4-BE49-F238E27FC236}">
                    <a16:creationId xmlns:a16="http://schemas.microsoft.com/office/drawing/2014/main" id="{365D5C30-8584-9235-061C-FBE6889F4CC1}"/>
                  </a:ext>
                </a:extLst>
              </p:cNvPr>
              <p:cNvSpPr/>
              <p:nvPr/>
            </p:nvSpPr>
            <p:spPr>
              <a:xfrm flipH="1">
                <a:off x="3553322" y="5825938"/>
                <a:ext cx="978569" cy="441659"/>
              </a:xfrm>
              <a:prstGeom prst="parallelogram">
                <a:avLst>
                  <a:gd name="adj" fmla="val 78117"/>
                </a:avLst>
              </a:prstGeom>
              <a:solidFill>
                <a:schemeClr val="accent6">
                  <a:alpha val="70000"/>
                </a:schemeClr>
              </a:solidFill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1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6" name="Parallelogram 129">
                <a:extLst>
                  <a:ext uri="{FF2B5EF4-FFF2-40B4-BE49-F238E27FC236}">
                    <a16:creationId xmlns:a16="http://schemas.microsoft.com/office/drawing/2014/main" id="{AAD3B2F0-1744-5D90-DA9D-9351BD5D7FE8}"/>
                  </a:ext>
                </a:extLst>
              </p:cNvPr>
              <p:cNvSpPr/>
              <p:nvPr/>
            </p:nvSpPr>
            <p:spPr>
              <a:xfrm flipH="1">
                <a:off x="4197765" y="5825938"/>
                <a:ext cx="978569" cy="441659"/>
              </a:xfrm>
              <a:prstGeom prst="parallelogram">
                <a:avLst>
                  <a:gd name="adj" fmla="val 78117"/>
                </a:avLst>
              </a:prstGeom>
              <a:solidFill>
                <a:schemeClr val="accent6"/>
              </a:solidFill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1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7" name="Parallelogram 130">
                <a:extLst>
                  <a:ext uri="{FF2B5EF4-FFF2-40B4-BE49-F238E27FC236}">
                    <a16:creationId xmlns:a16="http://schemas.microsoft.com/office/drawing/2014/main" id="{28F36FA4-BF0B-5AF0-56A3-F4C76850E661}"/>
                  </a:ext>
                </a:extLst>
              </p:cNvPr>
              <p:cNvSpPr/>
              <p:nvPr/>
            </p:nvSpPr>
            <p:spPr>
              <a:xfrm flipH="1">
                <a:off x="4842207" y="5825938"/>
                <a:ext cx="978569" cy="441659"/>
              </a:xfrm>
              <a:prstGeom prst="parallelogram">
                <a:avLst>
                  <a:gd name="adj" fmla="val 78117"/>
                </a:avLst>
              </a:prstGeom>
              <a:solidFill>
                <a:schemeClr val="accent6">
                  <a:alpha val="60000"/>
                </a:schemeClr>
              </a:solidFill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1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8" name="Parallelogram 131">
                <a:extLst>
                  <a:ext uri="{FF2B5EF4-FFF2-40B4-BE49-F238E27FC236}">
                    <a16:creationId xmlns:a16="http://schemas.microsoft.com/office/drawing/2014/main" id="{DE561790-192E-C4B0-9FA6-2A510D58325C}"/>
                  </a:ext>
                </a:extLst>
              </p:cNvPr>
              <p:cNvSpPr/>
              <p:nvPr/>
            </p:nvSpPr>
            <p:spPr>
              <a:xfrm flipH="1">
                <a:off x="1912134" y="6207629"/>
                <a:ext cx="978569" cy="441659"/>
              </a:xfrm>
              <a:prstGeom prst="parallelogram">
                <a:avLst>
                  <a:gd name="adj" fmla="val 78117"/>
                </a:avLst>
              </a:prstGeom>
              <a:solidFill>
                <a:schemeClr val="accent6">
                  <a:alpha val="70000"/>
                </a:schemeClr>
              </a:solidFill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1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9" name="Parallelogram 132">
                <a:extLst>
                  <a:ext uri="{FF2B5EF4-FFF2-40B4-BE49-F238E27FC236}">
                    <a16:creationId xmlns:a16="http://schemas.microsoft.com/office/drawing/2014/main" id="{BF2B2A79-4782-3547-C37C-11E883058D08}"/>
                  </a:ext>
                </a:extLst>
              </p:cNvPr>
              <p:cNvSpPr/>
              <p:nvPr/>
            </p:nvSpPr>
            <p:spPr>
              <a:xfrm flipH="1">
                <a:off x="2556577" y="6207629"/>
                <a:ext cx="978569" cy="441659"/>
              </a:xfrm>
              <a:prstGeom prst="parallelogram">
                <a:avLst>
                  <a:gd name="adj" fmla="val 78117"/>
                </a:avLst>
              </a:prstGeom>
              <a:solidFill>
                <a:schemeClr val="accent6">
                  <a:alpha val="85000"/>
                </a:schemeClr>
              </a:solidFill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1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40" name="Parallelogram 133">
                <a:extLst>
                  <a:ext uri="{FF2B5EF4-FFF2-40B4-BE49-F238E27FC236}">
                    <a16:creationId xmlns:a16="http://schemas.microsoft.com/office/drawing/2014/main" id="{88BC8CFC-EC38-E4BA-2C40-904127108702}"/>
                  </a:ext>
                </a:extLst>
              </p:cNvPr>
              <p:cNvSpPr/>
              <p:nvPr/>
            </p:nvSpPr>
            <p:spPr>
              <a:xfrm flipH="1">
                <a:off x="3201020" y="6207629"/>
                <a:ext cx="978569" cy="441659"/>
              </a:xfrm>
              <a:prstGeom prst="parallelogram">
                <a:avLst>
                  <a:gd name="adj" fmla="val 78117"/>
                </a:avLst>
              </a:prstGeom>
              <a:solidFill>
                <a:schemeClr val="accent6"/>
              </a:solidFill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1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41" name="Parallelogram 134">
                <a:extLst>
                  <a:ext uri="{FF2B5EF4-FFF2-40B4-BE49-F238E27FC236}">
                    <a16:creationId xmlns:a16="http://schemas.microsoft.com/office/drawing/2014/main" id="{71C18E77-D3D9-E879-0533-CEEC1E941757}"/>
                  </a:ext>
                </a:extLst>
              </p:cNvPr>
              <p:cNvSpPr/>
              <p:nvPr/>
            </p:nvSpPr>
            <p:spPr>
              <a:xfrm flipH="1">
                <a:off x="3845463" y="6207629"/>
                <a:ext cx="978569" cy="441659"/>
              </a:xfrm>
              <a:prstGeom prst="parallelogram">
                <a:avLst>
                  <a:gd name="adj" fmla="val 78117"/>
                </a:avLst>
              </a:prstGeom>
              <a:solidFill>
                <a:schemeClr val="accent6">
                  <a:alpha val="56000"/>
                </a:schemeClr>
              </a:solidFill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1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42" name="Parallelogram 135">
                <a:extLst>
                  <a:ext uri="{FF2B5EF4-FFF2-40B4-BE49-F238E27FC236}">
                    <a16:creationId xmlns:a16="http://schemas.microsoft.com/office/drawing/2014/main" id="{DA61AC92-502E-E9C6-8C12-090E8DCBFEAD}"/>
                  </a:ext>
                </a:extLst>
              </p:cNvPr>
              <p:cNvSpPr/>
              <p:nvPr/>
            </p:nvSpPr>
            <p:spPr>
              <a:xfrm flipH="1">
                <a:off x="4489906" y="6207629"/>
                <a:ext cx="978569" cy="441659"/>
              </a:xfrm>
              <a:prstGeom prst="parallelogram">
                <a:avLst>
                  <a:gd name="adj" fmla="val 78117"/>
                </a:avLst>
              </a:prstGeom>
              <a:solidFill>
                <a:schemeClr val="accent6">
                  <a:alpha val="40000"/>
                </a:schemeClr>
              </a:solidFill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1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43" name="Parallelogram 136">
                <a:extLst>
                  <a:ext uri="{FF2B5EF4-FFF2-40B4-BE49-F238E27FC236}">
                    <a16:creationId xmlns:a16="http://schemas.microsoft.com/office/drawing/2014/main" id="{81121CE5-A16A-E8E9-7AE7-3CE3457A1134}"/>
                  </a:ext>
                </a:extLst>
              </p:cNvPr>
              <p:cNvSpPr/>
              <p:nvPr/>
            </p:nvSpPr>
            <p:spPr>
              <a:xfrm flipH="1">
                <a:off x="5134348" y="6207629"/>
                <a:ext cx="978569" cy="441659"/>
              </a:xfrm>
              <a:prstGeom prst="parallelogram">
                <a:avLst>
                  <a:gd name="adj" fmla="val 78117"/>
                </a:avLst>
              </a:prstGeom>
              <a:solidFill>
                <a:schemeClr val="accent6"/>
              </a:solidFill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1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grpSp>
          <p:nvGrpSpPr>
            <p:cNvPr id="44" name="Group 138">
              <a:extLst>
                <a:ext uri="{FF2B5EF4-FFF2-40B4-BE49-F238E27FC236}">
                  <a16:creationId xmlns:a16="http://schemas.microsoft.com/office/drawing/2014/main" id="{9EC3968A-B919-ABBA-65C1-092BE4DBABBB}"/>
                </a:ext>
              </a:extLst>
            </p:cNvPr>
            <p:cNvGrpSpPr/>
            <p:nvPr/>
          </p:nvGrpSpPr>
          <p:grpSpPr>
            <a:xfrm>
              <a:off x="4005061" y="3429016"/>
              <a:ext cx="4495162" cy="1988153"/>
              <a:chOff x="5554256" y="4437407"/>
              <a:chExt cx="5898859" cy="2608991"/>
            </a:xfrm>
          </p:grpSpPr>
          <p:sp>
            <p:nvSpPr>
              <p:cNvPr id="45" name="Parallelogram 8">
                <a:extLst>
                  <a:ext uri="{FF2B5EF4-FFF2-40B4-BE49-F238E27FC236}">
                    <a16:creationId xmlns:a16="http://schemas.microsoft.com/office/drawing/2014/main" id="{EA7FCE4C-95E9-83C0-E9D4-64B27E973E4B}"/>
                  </a:ext>
                </a:extLst>
              </p:cNvPr>
              <p:cNvSpPr/>
              <p:nvPr/>
            </p:nvSpPr>
            <p:spPr>
              <a:xfrm flipH="1">
                <a:off x="5554256" y="4437407"/>
                <a:ext cx="978569" cy="441659"/>
              </a:xfrm>
              <a:prstGeom prst="parallelogram">
                <a:avLst>
                  <a:gd name="adj" fmla="val 78117"/>
                </a:avLst>
              </a:prstGeom>
              <a:solidFill>
                <a:schemeClr val="accent1">
                  <a:alpha val="35000"/>
                </a:schemeClr>
              </a:solidFill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1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46" name="Parallelogram 63">
                <a:extLst>
                  <a:ext uri="{FF2B5EF4-FFF2-40B4-BE49-F238E27FC236}">
                    <a16:creationId xmlns:a16="http://schemas.microsoft.com/office/drawing/2014/main" id="{14BAEB10-FD11-6E15-9CA3-573AF60FDE23}"/>
                  </a:ext>
                </a:extLst>
              </p:cNvPr>
              <p:cNvSpPr/>
              <p:nvPr/>
            </p:nvSpPr>
            <p:spPr>
              <a:xfrm flipH="1">
                <a:off x="6198699" y="4437407"/>
                <a:ext cx="978569" cy="441659"/>
              </a:xfrm>
              <a:prstGeom prst="parallelogram">
                <a:avLst>
                  <a:gd name="adj" fmla="val 78117"/>
                </a:avLst>
              </a:prstGeom>
              <a:solidFill>
                <a:schemeClr val="accent1">
                  <a:alpha val="85000"/>
                </a:schemeClr>
              </a:solidFill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1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47" name="Parallelogram 64">
                <a:extLst>
                  <a:ext uri="{FF2B5EF4-FFF2-40B4-BE49-F238E27FC236}">
                    <a16:creationId xmlns:a16="http://schemas.microsoft.com/office/drawing/2014/main" id="{60CBD65E-0681-23D8-7DEE-742EC0A70E56}"/>
                  </a:ext>
                </a:extLst>
              </p:cNvPr>
              <p:cNvSpPr/>
              <p:nvPr/>
            </p:nvSpPr>
            <p:spPr>
              <a:xfrm flipH="1">
                <a:off x="6843142" y="4437407"/>
                <a:ext cx="978569" cy="441659"/>
              </a:xfrm>
              <a:prstGeom prst="parallelogram">
                <a:avLst>
                  <a:gd name="adj" fmla="val 78117"/>
                </a:avLst>
              </a:prstGeom>
              <a:solidFill>
                <a:schemeClr val="accent1">
                  <a:alpha val="67000"/>
                </a:schemeClr>
              </a:solidFill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1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48" name="Parallelogram 66">
                <a:extLst>
                  <a:ext uri="{FF2B5EF4-FFF2-40B4-BE49-F238E27FC236}">
                    <a16:creationId xmlns:a16="http://schemas.microsoft.com/office/drawing/2014/main" id="{9C9CC9DC-09FF-2693-172E-DC604A31BA3B}"/>
                  </a:ext>
                </a:extLst>
              </p:cNvPr>
              <p:cNvSpPr/>
              <p:nvPr/>
            </p:nvSpPr>
            <p:spPr>
              <a:xfrm flipH="1">
                <a:off x="7487585" y="4437407"/>
                <a:ext cx="978569" cy="441659"/>
              </a:xfrm>
              <a:prstGeom prst="parallelogram">
                <a:avLst>
                  <a:gd name="adj" fmla="val 78117"/>
                </a:avLst>
              </a:prstGeom>
              <a:solidFill>
                <a:schemeClr val="accent1">
                  <a:alpha val="75000"/>
                </a:schemeClr>
              </a:solidFill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1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49" name="Parallelogram 67">
                <a:extLst>
                  <a:ext uri="{FF2B5EF4-FFF2-40B4-BE49-F238E27FC236}">
                    <a16:creationId xmlns:a16="http://schemas.microsoft.com/office/drawing/2014/main" id="{1B9DEEF0-5A38-25C2-E67B-B7C14E0114C4}"/>
                  </a:ext>
                </a:extLst>
              </p:cNvPr>
              <p:cNvSpPr/>
              <p:nvPr/>
            </p:nvSpPr>
            <p:spPr>
              <a:xfrm flipH="1">
                <a:off x="8132028" y="4437407"/>
                <a:ext cx="978569" cy="441659"/>
              </a:xfrm>
              <a:prstGeom prst="parallelogram">
                <a:avLst>
                  <a:gd name="adj" fmla="val 78117"/>
                </a:avLst>
              </a:prstGeom>
              <a:solidFill>
                <a:schemeClr val="accent1">
                  <a:alpha val="67000"/>
                </a:schemeClr>
              </a:solidFill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1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50" name="Parallelogram 68">
                <a:extLst>
                  <a:ext uri="{FF2B5EF4-FFF2-40B4-BE49-F238E27FC236}">
                    <a16:creationId xmlns:a16="http://schemas.microsoft.com/office/drawing/2014/main" id="{5CA37A7D-36B3-AAFD-38EC-C633C9A9FA6D}"/>
                  </a:ext>
                </a:extLst>
              </p:cNvPr>
              <p:cNvSpPr/>
              <p:nvPr/>
            </p:nvSpPr>
            <p:spPr>
              <a:xfrm flipH="1">
                <a:off x="8776470" y="4437407"/>
                <a:ext cx="978569" cy="441659"/>
              </a:xfrm>
              <a:prstGeom prst="parallelogram">
                <a:avLst>
                  <a:gd name="adj" fmla="val 78117"/>
                </a:avLst>
              </a:prstGeom>
              <a:solidFill>
                <a:schemeClr val="accent1">
                  <a:alpha val="50000"/>
                </a:schemeClr>
              </a:solidFill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1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51" name="Parallelogram 69">
                <a:extLst>
                  <a:ext uri="{FF2B5EF4-FFF2-40B4-BE49-F238E27FC236}">
                    <a16:creationId xmlns:a16="http://schemas.microsoft.com/office/drawing/2014/main" id="{49BE365B-63BD-40A6-8466-6254C0D91310}"/>
                  </a:ext>
                </a:extLst>
              </p:cNvPr>
              <p:cNvSpPr/>
              <p:nvPr/>
            </p:nvSpPr>
            <p:spPr>
              <a:xfrm flipH="1">
                <a:off x="5908301" y="4883578"/>
                <a:ext cx="978569" cy="441659"/>
              </a:xfrm>
              <a:prstGeom prst="parallelogram">
                <a:avLst>
                  <a:gd name="adj" fmla="val 78117"/>
                </a:avLst>
              </a:prstGeom>
              <a:solidFill>
                <a:schemeClr val="accent1">
                  <a:alpha val="50000"/>
                </a:schemeClr>
              </a:solidFill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1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52" name="Parallelogram 70">
                <a:extLst>
                  <a:ext uri="{FF2B5EF4-FFF2-40B4-BE49-F238E27FC236}">
                    <a16:creationId xmlns:a16="http://schemas.microsoft.com/office/drawing/2014/main" id="{B226494D-19A6-AD86-FE19-2449A07AC022}"/>
                  </a:ext>
                </a:extLst>
              </p:cNvPr>
              <p:cNvSpPr/>
              <p:nvPr/>
            </p:nvSpPr>
            <p:spPr>
              <a:xfrm flipH="1">
                <a:off x="6552744" y="4883578"/>
                <a:ext cx="978569" cy="441659"/>
              </a:xfrm>
              <a:prstGeom prst="parallelogram">
                <a:avLst>
                  <a:gd name="adj" fmla="val 78117"/>
                </a:avLst>
              </a:prstGeom>
              <a:solidFill>
                <a:schemeClr val="accent1">
                  <a:alpha val="50000"/>
                </a:schemeClr>
              </a:solidFill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1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53" name="Parallelogram 71">
                <a:extLst>
                  <a:ext uri="{FF2B5EF4-FFF2-40B4-BE49-F238E27FC236}">
                    <a16:creationId xmlns:a16="http://schemas.microsoft.com/office/drawing/2014/main" id="{DF93530F-C95B-1BD4-AB2C-01EF80F1DC42}"/>
                  </a:ext>
                </a:extLst>
              </p:cNvPr>
              <p:cNvSpPr/>
              <p:nvPr/>
            </p:nvSpPr>
            <p:spPr>
              <a:xfrm flipH="1">
                <a:off x="7197187" y="4883578"/>
                <a:ext cx="978569" cy="441659"/>
              </a:xfrm>
              <a:prstGeom prst="parallelogram">
                <a:avLst>
                  <a:gd name="adj" fmla="val 78117"/>
                </a:avLst>
              </a:prstGeom>
              <a:solidFill>
                <a:schemeClr val="accent1">
                  <a:alpha val="35000"/>
                </a:schemeClr>
              </a:solidFill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1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54" name="Parallelogram 72">
                <a:extLst>
                  <a:ext uri="{FF2B5EF4-FFF2-40B4-BE49-F238E27FC236}">
                    <a16:creationId xmlns:a16="http://schemas.microsoft.com/office/drawing/2014/main" id="{491E6DAD-F379-5E2A-E63C-AC6B421A8E16}"/>
                  </a:ext>
                </a:extLst>
              </p:cNvPr>
              <p:cNvSpPr/>
              <p:nvPr/>
            </p:nvSpPr>
            <p:spPr>
              <a:xfrm flipH="1">
                <a:off x="7841630" y="4883578"/>
                <a:ext cx="978569" cy="441659"/>
              </a:xfrm>
              <a:prstGeom prst="parallelogram">
                <a:avLst>
                  <a:gd name="adj" fmla="val 78117"/>
                </a:avLst>
              </a:prstGeom>
              <a:solidFill>
                <a:schemeClr val="accent1">
                  <a:alpha val="50000"/>
                </a:schemeClr>
              </a:solidFill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1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55" name="Parallelogram 73">
                <a:extLst>
                  <a:ext uri="{FF2B5EF4-FFF2-40B4-BE49-F238E27FC236}">
                    <a16:creationId xmlns:a16="http://schemas.microsoft.com/office/drawing/2014/main" id="{7A9D66FA-0E9C-BB2E-2330-B5D97B75705C}"/>
                  </a:ext>
                </a:extLst>
              </p:cNvPr>
              <p:cNvSpPr/>
              <p:nvPr/>
            </p:nvSpPr>
            <p:spPr>
              <a:xfrm flipH="1">
                <a:off x="8486073" y="4883578"/>
                <a:ext cx="978569" cy="441659"/>
              </a:xfrm>
              <a:prstGeom prst="parallelogram">
                <a:avLst>
                  <a:gd name="adj" fmla="val 78117"/>
                </a:avLst>
              </a:prstGeom>
              <a:solidFill>
                <a:schemeClr val="accent1">
                  <a:alpha val="35000"/>
                </a:schemeClr>
              </a:solidFill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1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56" name="Parallelogram 74">
                <a:extLst>
                  <a:ext uri="{FF2B5EF4-FFF2-40B4-BE49-F238E27FC236}">
                    <a16:creationId xmlns:a16="http://schemas.microsoft.com/office/drawing/2014/main" id="{DAE68B6E-0ABE-3995-09CA-44CAABFA41EB}"/>
                  </a:ext>
                </a:extLst>
              </p:cNvPr>
              <p:cNvSpPr/>
              <p:nvPr/>
            </p:nvSpPr>
            <p:spPr>
              <a:xfrm flipH="1">
                <a:off x="9130515" y="4883578"/>
                <a:ext cx="978569" cy="441659"/>
              </a:xfrm>
              <a:prstGeom prst="parallelogram">
                <a:avLst>
                  <a:gd name="adj" fmla="val 78117"/>
                </a:avLst>
              </a:prstGeom>
              <a:solidFill>
                <a:schemeClr val="accent1">
                  <a:alpha val="75000"/>
                </a:schemeClr>
              </a:solidFill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1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57" name="Parallelogram 75">
                <a:extLst>
                  <a:ext uri="{FF2B5EF4-FFF2-40B4-BE49-F238E27FC236}">
                    <a16:creationId xmlns:a16="http://schemas.microsoft.com/office/drawing/2014/main" id="{FADC3134-2ACE-F1AB-E740-6663F22A5919}"/>
                  </a:ext>
                </a:extLst>
              </p:cNvPr>
              <p:cNvSpPr/>
              <p:nvPr/>
            </p:nvSpPr>
            <p:spPr>
              <a:xfrm flipH="1">
                <a:off x="6258849" y="5339180"/>
                <a:ext cx="978569" cy="441659"/>
              </a:xfrm>
              <a:prstGeom prst="parallelogram">
                <a:avLst>
                  <a:gd name="adj" fmla="val 78117"/>
                </a:avLst>
              </a:prstGeom>
              <a:solidFill>
                <a:schemeClr val="accent1">
                  <a:alpha val="67000"/>
                </a:schemeClr>
              </a:solidFill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1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58" name="Parallelogram 76">
                <a:extLst>
                  <a:ext uri="{FF2B5EF4-FFF2-40B4-BE49-F238E27FC236}">
                    <a16:creationId xmlns:a16="http://schemas.microsoft.com/office/drawing/2014/main" id="{A5CDDFEC-87CA-EA6F-AD4F-63CDBB0C5BCA}"/>
                  </a:ext>
                </a:extLst>
              </p:cNvPr>
              <p:cNvSpPr/>
              <p:nvPr/>
            </p:nvSpPr>
            <p:spPr>
              <a:xfrm flipH="1">
                <a:off x="6903292" y="5339180"/>
                <a:ext cx="978569" cy="441659"/>
              </a:xfrm>
              <a:prstGeom prst="parallelogram">
                <a:avLst>
                  <a:gd name="adj" fmla="val 78117"/>
                </a:avLst>
              </a:prstGeom>
              <a:solidFill>
                <a:schemeClr val="accent1">
                  <a:alpha val="50000"/>
                </a:schemeClr>
              </a:solidFill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1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59" name="Parallelogram 77">
                <a:extLst>
                  <a:ext uri="{FF2B5EF4-FFF2-40B4-BE49-F238E27FC236}">
                    <a16:creationId xmlns:a16="http://schemas.microsoft.com/office/drawing/2014/main" id="{B9FBB622-63D7-70CD-AD19-448E051F82AB}"/>
                  </a:ext>
                </a:extLst>
              </p:cNvPr>
              <p:cNvSpPr/>
              <p:nvPr/>
            </p:nvSpPr>
            <p:spPr>
              <a:xfrm flipH="1">
                <a:off x="7547735" y="5339180"/>
                <a:ext cx="978569" cy="441659"/>
              </a:xfrm>
              <a:prstGeom prst="parallelogram">
                <a:avLst>
                  <a:gd name="adj" fmla="val 78117"/>
                </a:avLst>
              </a:prstGeom>
              <a:solidFill>
                <a:schemeClr val="accent1">
                  <a:alpha val="75000"/>
                </a:schemeClr>
              </a:solidFill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1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60" name="Parallelogram 78">
                <a:extLst>
                  <a:ext uri="{FF2B5EF4-FFF2-40B4-BE49-F238E27FC236}">
                    <a16:creationId xmlns:a16="http://schemas.microsoft.com/office/drawing/2014/main" id="{16A881C1-AB37-24A6-2F27-EFD7CD662C47}"/>
                  </a:ext>
                </a:extLst>
              </p:cNvPr>
              <p:cNvSpPr/>
              <p:nvPr/>
            </p:nvSpPr>
            <p:spPr>
              <a:xfrm flipH="1">
                <a:off x="8192178" y="5339180"/>
                <a:ext cx="978569" cy="441659"/>
              </a:xfrm>
              <a:prstGeom prst="parallelogram">
                <a:avLst>
                  <a:gd name="adj" fmla="val 78117"/>
                </a:avLst>
              </a:prstGeom>
              <a:solidFill>
                <a:schemeClr val="accent1">
                  <a:alpha val="85000"/>
                </a:schemeClr>
              </a:solidFill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1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61" name="Parallelogram 79">
                <a:extLst>
                  <a:ext uri="{FF2B5EF4-FFF2-40B4-BE49-F238E27FC236}">
                    <a16:creationId xmlns:a16="http://schemas.microsoft.com/office/drawing/2014/main" id="{C3FB2C7B-817B-0FE4-78FF-24033038D0B7}"/>
                  </a:ext>
                </a:extLst>
              </p:cNvPr>
              <p:cNvSpPr/>
              <p:nvPr/>
            </p:nvSpPr>
            <p:spPr>
              <a:xfrm flipH="1">
                <a:off x="8836621" y="5339180"/>
                <a:ext cx="978569" cy="441659"/>
              </a:xfrm>
              <a:prstGeom prst="parallelogram">
                <a:avLst>
                  <a:gd name="adj" fmla="val 78117"/>
                </a:avLst>
              </a:prstGeom>
              <a:solidFill>
                <a:schemeClr val="accent1">
                  <a:alpha val="50000"/>
                </a:schemeClr>
              </a:solidFill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1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62" name="Parallelogram 80">
                <a:extLst>
                  <a:ext uri="{FF2B5EF4-FFF2-40B4-BE49-F238E27FC236}">
                    <a16:creationId xmlns:a16="http://schemas.microsoft.com/office/drawing/2014/main" id="{DFA1D259-A387-8A2B-E685-2AD81FCA4F1F}"/>
                  </a:ext>
                </a:extLst>
              </p:cNvPr>
              <p:cNvSpPr/>
              <p:nvPr/>
            </p:nvSpPr>
            <p:spPr>
              <a:xfrm flipH="1">
                <a:off x="9481063" y="5339180"/>
                <a:ext cx="978569" cy="441659"/>
              </a:xfrm>
              <a:prstGeom prst="parallelogram">
                <a:avLst>
                  <a:gd name="adj" fmla="val 78117"/>
                </a:avLst>
              </a:prstGeom>
              <a:solidFill>
                <a:schemeClr val="accent1">
                  <a:alpha val="85000"/>
                </a:schemeClr>
              </a:solidFill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1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63" name="Parallelogram 81">
                <a:extLst>
                  <a:ext uri="{FF2B5EF4-FFF2-40B4-BE49-F238E27FC236}">
                    <a16:creationId xmlns:a16="http://schemas.microsoft.com/office/drawing/2014/main" id="{0C4D6333-1FBF-692B-8AE1-457474CC0874}"/>
                  </a:ext>
                </a:extLst>
              </p:cNvPr>
              <p:cNvSpPr/>
              <p:nvPr/>
            </p:nvSpPr>
            <p:spPr>
              <a:xfrm flipH="1">
                <a:off x="6607889" y="5786856"/>
                <a:ext cx="978569" cy="441659"/>
              </a:xfrm>
              <a:prstGeom prst="parallelogram">
                <a:avLst>
                  <a:gd name="adj" fmla="val 78117"/>
                </a:avLst>
              </a:prstGeom>
              <a:solidFill>
                <a:schemeClr val="accent1">
                  <a:alpha val="50000"/>
                </a:schemeClr>
              </a:solidFill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1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64" name="Parallelogram 82">
                <a:extLst>
                  <a:ext uri="{FF2B5EF4-FFF2-40B4-BE49-F238E27FC236}">
                    <a16:creationId xmlns:a16="http://schemas.microsoft.com/office/drawing/2014/main" id="{9BE4CCD1-3362-FB3D-C6C0-D9A94F030A8A}"/>
                  </a:ext>
                </a:extLst>
              </p:cNvPr>
              <p:cNvSpPr/>
              <p:nvPr/>
            </p:nvSpPr>
            <p:spPr>
              <a:xfrm flipH="1">
                <a:off x="7252332" y="5786856"/>
                <a:ext cx="978569" cy="441659"/>
              </a:xfrm>
              <a:prstGeom prst="parallelogram">
                <a:avLst>
                  <a:gd name="adj" fmla="val 78117"/>
                </a:avLst>
              </a:prstGeom>
              <a:solidFill>
                <a:schemeClr val="accent1">
                  <a:alpha val="35000"/>
                </a:schemeClr>
              </a:solidFill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1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65" name="Parallelogram 83">
                <a:extLst>
                  <a:ext uri="{FF2B5EF4-FFF2-40B4-BE49-F238E27FC236}">
                    <a16:creationId xmlns:a16="http://schemas.microsoft.com/office/drawing/2014/main" id="{45DB9456-21F3-A543-5FCC-DE96211C6678}"/>
                  </a:ext>
                </a:extLst>
              </p:cNvPr>
              <p:cNvSpPr/>
              <p:nvPr/>
            </p:nvSpPr>
            <p:spPr>
              <a:xfrm flipH="1">
                <a:off x="7896775" y="5786856"/>
                <a:ext cx="978569" cy="441659"/>
              </a:xfrm>
              <a:prstGeom prst="parallelogram">
                <a:avLst>
                  <a:gd name="adj" fmla="val 78117"/>
                </a:avLst>
              </a:prstGeom>
              <a:solidFill>
                <a:schemeClr val="accent1">
                  <a:alpha val="50000"/>
                </a:schemeClr>
              </a:solidFill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1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66" name="Parallelogram 84">
                <a:extLst>
                  <a:ext uri="{FF2B5EF4-FFF2-40B4-BE49-F238E27FC236}">
                    <a16:creationId xmlns:a16="http://schemas.microsoft.com/office/drawing/2014/main" id="{4AA3CB4B-92A2-D491-2BFA-A1D0175142C2}"/>
                  </a:ext>
                </a:extLst>
              </p:cNvPr>
              <p:cNvSpPr/>
              <p:nvPr/>
            </p:nvSpPr>
            <p:spPr>
              <a:xfrm flipH="1">
                <a:off x="8541218" y="5786856"/>
                <a:ext cx="978569" cy="441659"/>
              </a:xfrm>
              <a:prstGeom prst="parallelogram">
                <a:avLst>
                  <a:gd name="adj" fmla="val 78117"/>
                </a:avLst>
              </a:prstGeom>
              <a:solidFill>
                <a:schemeClr val="accent1">
                  <a:alpha val="35000"/>
                </a:schemeClr>
              </a:solidFill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1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67" name="Parallelogram 85">
                <a:extLst>
                  <a:ext uri="{FF2B5EF4-FFF2-40B4-BE49-F238E27FC236}">
                    <a16:creationId xmlns:a16="http://schemas.microsoft.com/office/drawing/2014/main" id="{43AD9C25-6039-8AD8-8F38-C3D015DB43AF}"/>
                  </a:ext>
                </a:extLst>
              </p:cNvPr>
              <p:cNvSpPr/>
              <p:nvPr/>
            </p:nvSpPr>
            <p:spPr>
              <a:xfrm flipH="1">
                <a:off x="9185661" y="5786856"/>
                <a:ext cx="978569" cy="441659"/>
              </a:xfrm>
              <a:prstGeom prst="parallelogram">
                <a:avLst>
                  <a:gd name="adj" fmla="val 78117"/>
                </a:avLst>
              </a:prstGeom>
              <a:solidFill>
                <a:schemeClr val="accent1">
                  <a:alpha val="50000"/>
                </a:schemeClr>
              </a:solidFill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1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68" name="Parallelogram 86">
                <a:extLst>
                  <a:ext uri="{FF2B5EF4-FFF2-40B4-BE49-F238E27FC236}">
                    <a16:creationId xmlns:a16="http://schemas.microsoft.com/office/drawing/2014/main" id="{43766A25-8968-9B86-CB0B-D1D7ECDA124E}"/>
                  </a:ext>
                </a:extLst>
              </p:cNvPr>
              <p:cNvSpPr/>
              <p:nvPr/>
            </p:nvSpPr>
            <p:spPr>
              <a:xfrm flipH="1">
                <a:off x="9830103" y="5786856"/>
                <a:ext cx="978569" cy="441659"/>
              </a:xfrm>
              <a:prstGeom prst="parallelogram">
                <a:avLst>
                  <a:gd name="adj" fmla="val 78117"/>
                </a:avLst>
              </a:prstGeom>
              <a:solidFill>
                <a:schemeClr val="accent1">
                  <a:alpha val="35000"/>
                </a:schemeClr>
              </a:solidFill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1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69" name="Parallelogram 87">
                <a:extLst>
                  <a:ext uri="{FF2B5EF4-FFF2-40B4-BE49-F238E27FC236}">
                    <a16:creationId xmlns:a16="http://schemas.microsoft.com/office/drawing/2014/main" id="{2E5AE996-576F-FF50-A222-12874EA30269}"/>
                  </a:ext>
                </a:extLst>
              </p:cNvPr>
              <p:cNvSpPr/>
              <p:nvPr/>
            </p:nvSpPr>
            <p:spPr>
              <a:xfrm flipH="1">
                <a:off x="6960191" y="6223048"/>
                <a:ext cx="978569" cy="441659"/>
              </a:xfrm>
              <a:prstGeom prst="parallelogram">
                <a:avLst>
                  <a:gd name="adj" fmla="val 78117"/>
                </a:avLst>
              </a:prstGeom>
              <a:solidFill>
                <a:schemeClr val="accent1">
                  <a:alpha val="85000"/>
                </a:schemeClr>
              </a:solidFill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1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70" name="Parallelogram 88">
                <a:extLst>
                  <a:ext uri="{FF2B5EF4-FFF2-40B4-BE49-F238E27FC236}">
                    <a16:creationId xmlns:a16="http://schemas.microsoft.com/office/drawing/2014/main" id="{D08807C2-4451-B2B3-B564-FF7612CF7746}"/>
                  </a:ext>
                </a:extLst>
              </p:cNvPr>
              <p:cNvSpPr/>
              <p:nvPr/>
            </p:nvSpPr>
            <p:spPr>
              <a:xfrm flipH="1">
                <a:off x="7604634" y="6223048"/>
                <a:ext cx="978569" cy="441659"/>
              </a:xfrm>
              <a:prstGeom prst="parallelogram">
                <a:avLst>
                  <a:gd name="adj" fmla="val 78117"/>
                </a:avLst>
              </a:prstGeom>
              <a:solidFill>
                <a:schemeClr val="accent1">
                  <a:alpha val="67000"/>
                </a:schemeClr>
              </a:solidFill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1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71" name="Parallelogram 89">
                <a:extLst>
                  <a:ext uri="{FF2B5EF4-FFF2-40B4-BE49-F238E27FC236}">
                    <a16:creationId xmlns:a16="http://schemas.microsoft.com/office/drawing/2014/main" id="{396DF704-4BC3-706F-923F-A9B2E9A90D84}"/>
                  </a:ext>
                </a:extLst>
              </p:cNvPr>
              <p:cNvSpPr/>
              <p:nvPr/>
            </p:nvSpPr>
            <p:spPr>
              <a:xfrm flipH="1">
                <a:off x="8249077" y="6223048"/>
                <a:ext cx="978569" cy="441659"/>
              </a:xfrm>
              <a:prstGeom prst="parallelogram">
                <a:avLst>
                  <a:gd name="adj" fmla="val 78117"/>
                </a:avLst>
              </a:prstGeom>
              <a:solidFill>
                <a:schemeClr val="accent1">
                  <a:alpha val="50000"/>
                </a:schemeClr>
              </a:solidFill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1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72" name="Parallelogram 90">
                <a:extLst>
                  <a:ext uri="{FF2B5EF4-FFF2-40B4-BE49-F238E27FC236}">
                    <a16:creationId xmlns:a16="http://schemas.microsoft.com/office/drawing/2014/main" id="{1396DAA5-705C-8B97-3C36-BB1587389066}"/>
                  </a:ext>
                </a:extLst>
              </p:cNvPr>
              <p:cNvSpPr/>
              <p:nvPr/>
            </p:nvSpPr>
            <p:spPr>
              <a:xfrm flipH="1">
                <a:off x="8893520" y="6223048"/>
                <a:ext cx="978569" cy="441659"/>
              </a:xfrm>
              <a:prstGeom prst="parallelogram">
                <a:avLst>
                  <a:gd name="adj" fmla="val 78117"/>
                </a:avLst>
              </a:prstGeom>
              <a:solidFill>
                <a:schemeClr val="accent1">
                  <a:alpha val="67000"/>
                </a:schemeClr>
              </a:solidFill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1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73" name="Parallelogram 91">
                <a:extLst>
                  <a:ext uri="{FF2B5EF4-FFF2-40B4-BE49-F238E27FC236}">
                    <a16:creationId xmlns:a16="http://schemas.microsoft.com/office/drawing/2014/main" id="{4971D159-914D-4365-1A21-BE45E404C33B}"/>
                  </a:ext>
                </a:extLst>
              </p:cNvPr>
              <p:cNvSpPr/>
              <p:nvPr/>
            </p:nvSpPr>
            <p:spPr>
              <a:xfrm flipH="1">
                <a:off x="9537963" y="6223048"/>
                <a:ext cx="978569" cy="441659"/>
              </a:xfrm>
              <a:prstGeom prst="parallelogram">
                <a:avLst>
                  <a:gd name="adj" fmla="val 78117"/>
                </a:avLst>
              </a:prstGeom>
              <a:solidFill>
                <a:schemeClr val="accent1">
                  <a:alpha val="50000"/>
                </a:schemeClr>
              </a:solidFill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1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74" name="Parallelogram 92">
                <a:extLst>
                  <a:ext uri="{FF2B5EF4-FFF2-40B4-BE49-F238E27FC236}">
                    <a16:creationId xmlns:a16="http://schemas.microsoft.com/office/drawing/2014/main" id="{5E73EC15-98AE-5CC6-1237-5A1343C48BB5}"/>
                  </a:ext>
                </a:extLst>
              </p:cNvPr>
              <p:cNvSpPr/>
              <p:nvPr/>
            </p:nvSpPr>
            <p:spPr>
              <a:xfrm flipH="1">
                <a:off x="10182405" y="6223048"/>
                <a:ext cx="978569" cy="441659"/>
              </a:xfrm>
              <a:prstGeom prst="parallelogram">
                <a:avLst>
                  <a:gd name="adj" fmla="val 78117"/>
                </a:avLst>
              </a:prstGeom>
              <a:solidFill>
                <a:schemeClr val="accent1">
                  <a:alpha val="75000"/>
                </a:schemeClr>
              </a:solidFill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1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75" name="Parallelogram 93">
                <a:extLst>
                  <a:ext uri="{FF2B5EF4-FFF2-40B4-BE49-F238E27FC236}">
                    <a16:creationId xmlns:a16="http://schemas.microsoft.com/office/drawing/2014/main" id="{84A8218C-0633-4914-C188-AC077AB71EAB}"/>
                  </a:ext>
                </a:extLst>
              </p:cNvPr>
              <p:cNvSpPr/>
              <p:nvPr/>
            </p:nvSpPr>
            <p:spPr>
              <a:xfrm flipH="1">
                <a:off x="7252332" y="6604739"/>
                <a:ext cx="978569" cy="441659"/>
              </a:xfrm>
              <a:prstGeom prst="parallelogram">
                <a:avLst>
                  <a:gd name="adj" fmla="val 78117"/>
                </a:avLst>
              </a:prstGeom>
              <a:solidFill>
                <a:schemeClr val="accent1">
                  <a:alpha val="50000"/>
                </a:schemeClr>
              </a:solidFill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1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76" name="Parallelogram 94">
                <a:extLst>
                  <a:ext uri="{FF2B5EF4-FFF2-40B4-BE49-F238E27FC236}">
                    <a16:creationId xmlns:a16="http://schemas.microsoft.com/office/drawing/2014/main" id="{FBDA3E67-72A4-8997-AB54-399654FEA3B4}"/>
                  </a:ext>
                </a:extLst>
              </p:cNvPr>
              <p:cNvSpPr/>
              <p:nvPr/>
            </p:nvSpPr>
            <p:spPr>
              <a:xfrm flipH="1">
                <a:off x="7896775" y="6604739"/>
                <a:ext cx="978569" cy="441659"/>
              </a:xfrm>
              <a:prstGeom prst="parallelogram">
                <a:avLst>
                  <a:gd name="adj" fmla="val 78117"/>
                </a:avLst>
              </a:prstGeom>
              <a:solidFill>
                <a:schemeClr val="accent1">
                  <a:alpha val="75000"/>
                </a:schemeClr>
              </a:solidFill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1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77" name="Parallelogram 95">
                <a:extLst>
                  <a:ext uri="{FF2B5EF4-FFF2-40B4-BE49-F238E27FC236}">
                    <a16:creationId xmlns:a16="http://schemas.microsoft.com/office/drawing/2014/main" id="{FDAE77D9-F387-15AE-FC22-1188EF1DC171}"/>
                  </a:ext>
                </a:extLst>
              </p:cNvPr>
              <p:cNvSpPr/>
              <p:nvPr/>
            </p:nvSpPr>
            <p:spPr>
              <a:xfrm flipH="1">
                <a:off x="8541218" y="6604739"/>
                <a:ext cx="978569" cy="441659"/>
              </a:xfrm>
              <a:prstGeom prst="parallelogram">
                <a:avLst>
                  <a:gd name="adj" fmla="val 78117"/>
                </a:avLst>
              </a:prstGeom>
              <a:solidFill>
                <a:schemeClr val="accent1">
                  <a:alpha val="50000"/>
                </a:schemeClr>
              </a:solidFill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1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78" name="Parallelogram 96">
                <a:extLst>
                  <a:ext uri="{FF2B5EF4-FFF2-40B4-BE49-F238E27FC236}">
                    <a16:creationId xmlns:a16="http://schemas.microsoft.com/office/drawing/2014/main" id="{47D808F6-737C-D7E8-45AE-F8E99D7AF265}"/>
                  </a:ext>
                </a:extLst>
              </p:cNvPr>
              <p:cNvSpPr/>
              <p:nvPr/>
            </p:nvSpPr>
            <p:spPr>
              <a:xfrm flipH="1">
                <a:off x="9185661" y="6604739"/>
                <a:ext cx="978569" cy="441659"/>
              </a:xfrm>
              <a:prstGeom prst="parallelogram">
                <a:avLst>
                  <a:gd name="adj" fmla="val 78117"/>
                </a:avLst>
              </a:prstGeom>
              <a:solidFill>
                <a:schemeClr val="accent1">
                  <a:alpha val="35000"/>
                </a:schemeClr>
              </a:solidFill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1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79" name="Parallelogram 97">
                <a:extLst>
                  <a:ext uri="{FF2B5EF4-FFF2-40B4-BE49-F238E27FC236}">
                    <a16:creationId xmlns:a16="http://schemas.microsoft.com/office/drawing/2014/main" id="{D45FFBF9-7CE5-A349-F8AB-51F28A830732}"/>
                  </a:ext>
                </a:extLst>
              </p:cNvPr>
              <p:cNvSpPr/>
              <p:nvPr/>
            </p:nvSpPr>
            <p:spPr>
              <a:xfrm flipH="1">
                <a:off x="9830104" y="6604739"/>
                <a:ext cx="978569" cy="441659"/>
              </a:xfrm>
              <a:prstGeom prst="parallelogram">
                <a:avLst>
                  <a:gd name="adj" fmla="val 78117"/>
                </a:avLst>
              </a:prstGeom>
              <a:solidFill>
                <a:schemeClr val="accent1">
                  <a:alpha val="67000"/>
                </a:schemeClr>
              </a:solidFill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1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80" name="Parallelogram 98">
                <a:extLst>
                  <a:ext uri="{FF2B5EF4-FFF2-40B4-BE49-F238E27FC236}">
                    <a16:creationId xmlns:a16="http://schemas.microsoft.com/office/drawing/2014/main" id="{5F5B3122-5F0C-827D-4516-E6BE88662279}"/>
                  </a:ext>
                </a:extLst>
              </p:cNvPr>
              <p:cNvSpPr/>
              <p:nvPr/>
            </p:nvSpPr>
            <p:spPr>
              <a:xfrm flipH="1">
                <a:off x="10474546" y="6604739"/>
                <a:ext cx="978569" cy="441659"/>
              </a:xfrm>
              <a:prstGeom prst="parallelogram">
                <a:avLst>
                  <a:gd name="adj" fmla="val 78117"/>
                </a:avLst>
              </a:prstGeom>
              <a:solidFill>
                <a:schemeClr val="accent1">
                  <a:alpha val="85000"/>
                </a:schemeClr>
              </a:solidFill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1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grpSp>
          <p:nvGrpSpPr>
            <p:cNvPr id="81" name="Group 23">
              <a:extLst>
                <a:ext uri="{FF2B5EF4-FFF2-40B4-BE49-F238E27FC236}">
                  <a16:creationId xmlns:a16="http://schemas.microsoft.com/office/drawing/2014/main" id="{A67F291F-73C3-5B63-A5D9-578113BE7379}"/>
                </a:ext>
              </a:extLst>
            </p:cNvPr>
            <p:cNvGrpSpPr/>
            <p:nvPr/>
          </p:nvGrpSpPr>
          <p:grpSpPr>
            <a:xfrm>
              <a:off x="4013992" y="3043403"/>
              <a:ext cx="4477300" cy="1966652"/>
              <a:chOff x="2454443" y="3443041"/>
              <a:chExt cx="5875420" cy="2580776"/>
            </a:xfrm>
          </p:grpSpPr>
          <p:sp>
            <p:nvSpPr>
              <p:cNvPr id="82" name="Parallelogram 3">
                <a:extLst>
                  <a:ext uri="{FF2B5EF4-FFF2-40B4-BE49-F238E27FC236}">
                    <a16:creationId xmlns:a16="http://schemas.microsoft.com/office/drawing/2014/main" id="{AFB5843F-2B50-4EBC-98A6-4E8BDFC587E8}"/>
                  </a:ext>
                </a:extLst>
              </p:cNvPr>
              <p:cNvSpPr/>
              <p:nvPr/>
            </p:nvSpPr>
            <p:spPr>
              <a:xfrm flipH="1">
                <a:off x="2454443" y="3449058"/>
                <a:ext cx="5875420" cy="2574759"/>
              </a:xfrm>
              <a:prstGeom prst="parallelogram">
                <a:avLst>
                  <a:gd name="adj" fmla="val 78117"/>
                </a:avLst>
              </a:prstGeom>
              <a:solidFill>
                <a:srgbClr val="996633">
                  <a:alpha val="50196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sz="11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83" name="Straight Connector 10">
                <a:extLst>
                  <a:ext uri="{FF2B5EF4-FFF2-40B4-BE49-F238E27FC236}">
                    <a16:creationId xmlns:a16="http://schemas.microsoft.com/office/drawing/2014/main" id="{D06AE2C2-9E2E-D25C-9F12-08B6BE2C215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76074" y="3443041"/>
                <a:ext cx="2053390" cy="2578768"/>
              </a:xfrm>
              <a:prstGeom prst="line">
                <a:avLst/>
              </a:prstGeom>
              <a:ln w="127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11">
                <a:extLst>
                  <a:ext uri="{FF2B5EF4-FFF2-40B4-BE49-F238E27FC236}">
                    <a16:creationId xmlns:a16="http://schemas.microsoft.com/office/drawing/2014/main" id="{207B191F-9C50-7A34-2551-247019C923F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24275" y="3443041"/>
                <a:ext cx="2053390" cy="2578768"/>
              </a:xfrm>
              <a:prstGeom prst="line">
                <a:avLst/>
              </a:prstGeom>
              <a:ln w="127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12">
                <a:extLst>
                  <a:ext uri="{FF2B5EF4-FFF2-40B4-BE49-F238E27FC236}">
                    <a16:creationId xmlns:a16="http://schemas.microsoft.com/office/drawing/2014/main" id="{138D31A1-A954-9CEC-884E-89986C3E70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72476" y="3443041"/>
                <a:ext cx="2053390" cy="2578768"/>
              </a:xfrm>
              <a:prstGeom prst="line">
                <a:avLst/>
              </a:prstGeom>
              <a:ln w="127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13">
                <a:extLst>
                  <a:ext uri="{FF2B5EF4-FFF2-40B4-BE49-F238E27FC236}">
                    <a16:creationId xmlns:a16="http://schemas.microsoft.com/office/drawing/2014/main" id="{D367040C-48FE-39AF-AFED-C7403A7DB90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20677" y="3443041"/>
                <a:ext cx="2053390" cy="2578768"/>
              </a:xfrm>
              <a:prstGeom prst="line">
                <a:avLst/>
              </a:prstGeom>
              <a:ln w="127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14">
                <a:extLst>
                  <a:ext uri="{FF2B5EF4-FFF2-40B4-BE49-F238E27FC236}">
                    <a16:creationId xmlns:a16="http://schemas.microsoft.com/office/drawing/2014/main" id="{1F5A1CDF-BBD2-8B8B-66C4-69AF3CF75ED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68878" y="3443041"/>
                <a:ext cx="2053390" cy="2578768"/>
              </a:xfrm>
              <a:prstGeom prst="line">
                <a:avLst/>
              </a:prstGeom>
              <a:ln w="127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8" name="Straight Connector 16">
                <a:extLst>
                  <a:ext uri="{FF2B5EF4-FFF2-40B4-BE49-F238E27FC236}">
                    <a16:creationId xmlns:a16="http://schemas.microsoft.com/office/drawing/2014/main" id="{4F8B6067-065A-60C0-78E6-A7F36C7C688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27923" y="3890717"/>
                <a:ext cx="3846095" cy="3008"/>
              </a:xfrm>
              <a:prstGeom prst="line">
                <a:avLst/>
              </a:prstGeom>
              <a:ln w="127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9" name="Straight Connector 19">
                <a:extLst>
                  <a:ext uri="{FF2B5EF4-FFF2-40B4-BE49-F238E27FC236}">
                    <a16:creationId xmlns:a16="http://schemas.microsoft.com/office/drawing/2014/main" id="{11C22A1B-5468-FD28-B0D3-D88C3BF0B5F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38235" y="4342904"/>
                <a:ext cx="3846095" cy="3008"/>
              </a:xfrm>
              <a:prstGeom prst="line">
                <a:avLst/>
              </a:prstGeom>
              <a:ln w="127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0" name="Straight Connector 20">
                <a:extLst>
                  <a:ext uri="{FF2B5EF4-FFF2-40B4-BE49-F238E27FC236}">
                    <a16:creationId xmlns:a16="http://schemas.microsoft.com/office/drawing/2014/main" id="{943413A5-D7B9-C38F-E400-F6D5ECE5CF5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05199" y="4792083"/>
                <a:ext cx="3846095" cy="3008"/>
              </a:xfrm>
              <a:prstGeom prst="line">
                <a:avLst/>
              </a:prstGeom>
              <a:ln w="127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21">
                <a:extLst>
                  <a:ext uri="{FF2B5EF4-FFF2-40B4-BE49-F238E27FC236}">
                    <a16:creationId xmlns:a16="http://schemas.microsoft.com/office/drawing/2014/main" id="{83AFE7E7-1042-C323-F1E5-71262EC848B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91953" y="5179348"/>
                <a:ext cx="3846095" cy="3008"/>
              </a:xfrm>
              <a:prstGeom prst="line">
                <a:avLst/>
              </a:prstGeom>
              <a:ln w="127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2" name="Straight Connector 22">
                <a:extLst>
                  <a:ext uri="{FF2B5EF4-FFF2-40B4-BE49-F238E27FC236}">
                    <a16:creationId xmlns:a16="http://schemas.microsoft.com/office/drawing/2014/main" id="{557B5E44-ED44-67E5-36C9-76A2FFEC92E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24324" y="5558847"/>
                <a:ext cx="3846095" cy="3008"/>
              </a:xfrm>
              <a:prstGeom prst="line">
                <a:avLst/>
              </a:prstGeom>
              <a:ln w="127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93" name="Parallelogram 50">
              <a:extLst>
                <a:ext uri="{FF2B5EF4-FFF2-40B4-BE49-F238E27FC236}">
                  <a16:creationId xmlns:a16="http://schemas.microsoft.com/office/drawing/2014/main" id="{898065B5-D136-001A-62E2-159712549C99}"/>
                </a:ext>
              </a:extLst>
            </p:cNvPr>
            <p:cNvSpPr/>
            <p:nvPr/>
          </p:nvSpPr>
          <p:spPr>
            <a:xfrm flipH="1">
              <a:off x="4008830" y="1978835"/>
              <a:ext cx="4477300" cy="1962067"/>
            </a:xfrm>
            <a:prstGeom prst="parallelogram">
              <a:avLst>
                <a:gd name="adj" fmla="val 78117"/>
              </a:avLst>
            </a:prstGeom>
            <a:gradFill>
              <a:gsLst>
                <a:gs pos="0">
                  <a:schemeClr val="bg1">
                    <a:alpha val="50000"/>
                  </a:schemeClr>
                </a:gs>
                <a:gs pos="38000">
                  <a:srgbClr val="FFFF00">
                    <a:alpha val="50000"/>
                  </a:srgbClr>
                </a:gs>
                <a:gs pos="69000">
                  <a:srgbClr val="FFC000">
                    <a:alpha val="50000"/>
                  </a:srgbClr>
                </a:gs>
                <a:gs pos="100000">
                  <a:srgbClr val="FF0000">
                    <a:alpha val="50000"/>
                  </a:srgbClr>
                </a:gs>
              </a:gsLst>
              <a:lin ang="7800000" scaled="0"/>
            </a:gradFill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sz="11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4" name="Parallelogram 7">
              <a:extLst>
                <a:ext uri="{FF2B5EF4-FFF2-40B4-BE49-F238E27FC236}">
                  <a16:creationId xmlns:a16="http://schemas.microsoft.com/office/drawing/2014/main" id="{34C0F24C-4A0B-A2AC-D17D-65A0AE40E353}"/>
                </a:ext>
              </a:extLst>
            </p:cNvPr>
            <p:cNvSpPr/>
            <p:nvPr/>
          </p:nvSpPr>
          <p:spPr>
            <a:xfrm flipH="1">
              <a:off x="4008830" y="1687157"/>
              <a:ext cx="4477300" cy="1962067"/>
            </a:xfrm>
            <a:prstGeom prst="parallelogram">
              <a:avLst>
                <a:gd name="adj" fmla="val 78117"/>
              </a:avLst>
            </a:prstGeom>
            <a:solidFill>
              <a:srgbClr val="0F9ED5">
                <a:alpha val="50196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sz="11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95" name="Straight Connector 140">
              <a:extLst>
                <a:ext uri="{FF2B5EF4-FFF2-40B4-BE49-F238E27FC236}">
                  <a16:creationId xmlns:a16="http://schemas.microsoft.com/office/drawing/2014/main" id="{2C1ACA51-A588-720C-D5AA-9759A0D9E0E6}"/>
                </a:ext>
              </a:extLst>
            </p:cNvPr>
            <p:cNvCxnSpPr>
              <a:cxnSpLocks/>
            </p:cNvCxnSpPr>
            <p:nvPr/>
          </p:nvCxnSpPr>
          <p:spPr>
            <a:xfrm>
              <a:off x="4008830" y="4232578"/>
              <a:ext cx="1562039" cy="199575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142">
              <a:extLst>
                <a:ext uri="{FF2B5EF4-FFF2-40B4-BE49-F238E27FC236}">
                  <a16:creationId xmlns:a16="http://schemas.microsoft.com/office/drawing/2014/main" id="{267A56A7-432D-7CD8-14C0-1ADE77150FA1}"/>
                </a:ext>
              </a:extLst>
            </p:cNvPr>
            <p:cNvCxnSpPr>
              <a:cxnSpLocks/>
            </p:cNvCxnSpPr>
            <p:nvPr/>
          </p:nvCxnSpPr>
          <p:spPr>
            <a:xfrm>
              <a:off x="5570869" y="6228330"/>
              <a:ext cx="294628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145">
              <a:extLst>
                <a:ext uri="{FF2B5EF4-FFF2-40B4-BE49-F238E27FC236}">
                  <a16:creationId xmlns:a16="http://schemas.microsoft.com/office/drawing/2014/main" id="{301AC162-FCDA-D21D-37E0-D238D5532F83}"/>
                </a:ext>
              </a:extLst>
            </p:cNvPr>
            <p:cNvCxnSpPr>
              <a:cxnSpLocks/>
            </p:cNvCxnSpPr>
            <p:nvPr/>
          </p:nvCxnSpPr>
          <p:spPr>
            <a:xfrm>
              <a:off x="4008831" y="4232579"/>
              <a:ext cx="10458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147">
              <a:extLst>
                <a:ext uri="{FF2B5EF4-FFF2-40B4-BE49-F238E27FC236}">
                  <a16:creationId xmlns:a16="http://schemas.microsoft.com/office/drawing/2014/main" id="{824945A0-3BF6-D4E7-58F5-78DDAE92F114}"/>
                </a:ext>
              </a:extLst>
            </p:cNvPr>
            <p:cNvCxnSpPr>
              <a:cxnSpLocks/>
            </p:cNvCxnSpPr>
            <p:nvPr/>
          </p:nvCxnSpPr>
          <p:spPr>
            <a:xfrm>
              <a:off x="4231979" y="4517686"/>
              <a:ext cx="10458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148">
              <a:extLst>
                <a:ext uri="{FF2B5EF4-FFF2-40B4-BE49-F238E27FC236}">
                  <a16:creationId xmlns:a16="http://schemas.microsoft.com/office/drawing/2014/main" id="{085927F6-09E7-A01B-2FF2-B0AB004F8AA8}"/>
                </a:ext>
              </a:extLst>
            </p:cNvPr>
            <p:cNvCxnSpPr>
              <a:cxnSpLocks/>
            </p:cNvCxnSpPr>
            <p:nvPr/>
          </p:nvCxnSpPr>
          <p:spPr>
            <a:xfrm>
              <a:off x="4455128" y="4802793"/>
              <a:ext cx="10458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149">
              <a:extLst>
                <a:ext uri="{FF2B5EF4-FFF2-40B4-BE49-F238E27FC236}">
                  <a16:creationId xmlns:a16="http://schemas.microsoft.com/office/drawing/2014/main" id="{A72BFF23-BF18-0E4E-B996-E2F1BB35C15F}"/>
                </a:ext>
              </a:extLst>
            </p:cNvPr>
            <p:cNvCxnSpPr>
              <a:cxnSpLocks/>
            </p:cNvCxnSpPr>
            <p:nvPr/>
          </p:nvCxnSpPr>
          <p:spPr>
            <a:xfrm>
              <a:off x="4678277" y="5087900"/>
              <a:ext cx="10458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50">
              <a:extLst>
                <a:ext uri="{FF2B5EF4-FFF2-40B4-BE49-F238E27FC236}">
                  <a16:creationId xmlns:a16="http://schemas.microsoft.com/office/drawing/2014/main" id="{0D442438-6845-BA7B-608D-46D75F979AA6}"/>
                </a:ext>
              </a:extLst>
            </p:cNvPr>
            <p:cNvCxnSpPr>
              <a:cxnSpLocks/>
            </p:cNvCxnSpPr>
            <p:nvPr/>
          </p:nvCxnSpPr>
          <p:spPr>
            <a:xfrm>
              <a:off x="4901426" y="5373007"/>
              <a:ext cx="10458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51">
              <a:extLst>
                <a:ext uri="{FF2B5EF4-FFF2-40B4-BE49-F238E27FC236}">
                  <a16:creationId xmlns:a16="http://schemas.microsoft.com/office/drawing/2014/main" id="{25D1FAAE-D981-FC75-2565-BBBC53DB7CA3}"/>
                </a:ext>
              </a:extLst>
            </p:cNvPr>
            <p:cNvCxnSpPr>
              <a:cxnSpLocks/>
            </p:cNvCxnSpPr>
            <p:nvPr/>
          </p:nvCxnSpPr>
          <p:spPr>
            <a:xfrm>
              <a:off x="5124574" y="5658114"/>
              <a:ext cx="10458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52">
              <a:extLst>
                <a:ext uri="{FF2B5EF4-FFF2-40B4-BE49-F238E27FC236}">
                  <a16:creationId xmlns:a16="http://schemas.microsoft.com/office/drawing/2014/main" id="{E5D99D2B-7699-0C3D-BA18-F159A7B58FC7}"/>
                </a:ext>
              </a:extLst>
            </p:cNvPr>
            <p:cNvCxnSpPr>
              <a:cxnSpLocks/>
            </p:cNvCxnSpPr>
            <p:nvPr/>
          </p:nvCxnSpPr>
          <p:spPr>
            <a:xfrm>
              <a:off x="5347723" y="5943221"/>
              <a:ext cx="10458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60">
              <a:extLst>
                <a:ext uri="{FF2B5EF4-FFF2-40B4-BE49-F238E27FC236}">
                  <a16:creationId xmlns:a16="http://schemas.microsoft.com/office/drawing/2014/main" id="{7B72EA4D-7C36-73BC-87A6-2A642BE5D93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012596" y="6163438"/>
              <a:ext cx="49321" cy="648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61">
              <a:extLst>
                <a:ext uri="{FF2B5EF4-FFF2-40B4-BE49-F238E27FC236}">
                  <a16:creationId xmlns:a16="http://schemas.microsoft.com/office/drawing/2014/main" id="{F819D54D-E1C3-319A-6D76-17D17148ACA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503644" y="6163438"/>
              <a:ext cx="49321" cy="648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62">
              <a:extLst>
                <a:ext uri="{FF2B5EF4-FFF2-40B4-BE49-F238E27FC236}">
                  <a16:creationId xmlns:a16="http://schemas.microsoft.com/office/drawing/2014/main" id="{5A2B9C48-5AC8-37F8-F202-88C9EA4351D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994692" y="6163438"/>
              <a:ext cx="49321" cy="648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63">
              <a:extLst>
                <a:ext uri="{FF2B5EF4-FFF2-40B4-BE49-F238E27FC236}">
                  <a16:creationId xmlns:a16="http://schemas.microsoft.com/office/drawing/2014/main" id="{997AEE83-4070-3D52-4C4B-C0E220E3FE9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485741" y="6163438"/>
              <a:ext cx="49321" cy="648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64">
              <a:extLst>
                <a:ext uri="{FF2B5EF4-FFF2-40B4-BE49-F238E27FC236}">
                  <a16:creationId xmlns:a16="http://schemas.microsoft.com/office/drawing/2014/main" id="{E176DA39-C05C-30C5-E2C5-1DAD1447C21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976789" y="6163438"/>
              <a:ext cx="49321" cy="648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65">
              <a:extLst>
                <a:ext uri="{FF2B5EF4-FFF2-40B4-BE49-F238E27FC236}">
                  <a16:creationId xmlns:a16="http://schemas.microsoft.com/office/drawing/2014/main" id="{E3005258-20DD-2098-B6FC-43952F36AC0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467837" y="6163438"/>
              <a:ext cx="49321" cy="648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0" name="TextBox 166">
              <a:extLst>
                <a:ext uri="{FF2B5EF4-FFF2-40B4-BE49-F238E27FC236}">
                  <a16:creationId xmlns:a16="http://schemas.microsoft.com/office/drawing/2014/main" id="{AD51497D-52F4-5A26-BBE4-69FD9AE695BE}"/>
                </a:ext>
              </a:extLst>
            </p:cNvPr>
            <p:cNvSpPr txBox="1"/>
            <p:nvPr/>
          </p:nvSpPr>
          <p:spPr>
            <a:xfrm>
              <a:off x="8544786" y="6087608"/>
              <a:ext cx="511673" cy="53400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1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X</a:t>
              </a:r>
              <a:endParaRPr lang="en-NL" sz="11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1" name="TextBox 167">
              <a:extLst>
                <a:ext uri="{FF2B5EF4-FFF2-40B4-BE49-F238E27FC236}">
                  <a16:creationId xmlns:a16="http://schemas.microsoft.com/office/drawing/2014/main" id="{8002316E-5C56-4EB7-F350-CDA08FC63478}"/>
                </a:ext>
              </a:extLst>
            </p:cNvPr>
            <p:cNvSpPr txBox="1"/>
            <p:nvPr/>
          </p:nvSpPr>
          <p:spPr>
            <a:xfrm>
              <a:off x="3822674" y="3951133"/>
              <a:ext cx="499788" cy="53400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1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Y</a:t>
              </a:r>
              <a:endParaRPr lang="en-NL" sz="11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112" name="Straight Connector 169">
              <a:extLst>
                <a:ext uri="{FF2B5EF4-FFF2-40B4-BE49-F238E27FC236}">
                  <a16:creationId xmlns:a16="http://schemas.microsoft.com/office/drawing/2014/main" id="{DE45BFB5-6906-6B16-23DE-596B1D8731B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046317" y="821239"/>
              <a:ext cx="0" cy="69127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3" name="Diamond 173">
              <a:extLst>
                <a:ext uri="{FF2B5EF4-FFF2-40B4-BE49-F238E27FC236}">
                  <a16:creationId xmlns:a16="http://schemas.microsoft.com/office/drawing/2014/main" id="{8F4FD542-9D69-78CD-C1E3-AEBA71FB66C9}"/>
                </a:ext>
              </a:extLst>
            </p:cNvPr>
            <p:cNvSpPr/>
            <p:nvPr/>
          </p:nvSpPr>
          <p:spPr>
            <a:xfrm>
              <a:off x="4939420" y="378820"/>
              <a:ext cx="213793" cy="406472"/>
            </a:xfrm>
            <a:prstGeom prst="diamond">
              <a:avLst/>
            </a:prstGeom>
            <a:solidFill>
              <a:srgbClr val="92D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sz="110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4" name="TextBox 175">
              <a:extLst>
                <a:ext uri="{FF2B5EF4-FFF2-40B4-BE49-F238E27FC236}">
                  <a16:creationId xmlns:a16="http://schemas.microsoft.com/office/drawing/2014/main" id="{9947C8EF-F775-7DC6-3157-409757B2B524}"/>
                </a:ext>
              </a:extLst>
            </p:cNvPr>
            <p:cNvSpPr txBox="1"/>
            <p:nvPr/>
          </p:nvSpPr>
          <p:spPr>
            <a:xfrm>
              <a:off x="5153214" y="333284"/>
              <a:ext cx="3590023" cy="8795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Agent</a:t>
              </a:r>
            </a:p>
            <a:p>
              <a:r>
                <a:rPr lang="en-GB" sz="11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Singular position: [X, Y, …]</a:t>
              </a:r>
              <a:endParaRPr lang="en-NL" sz="11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5" name="TextBox 176">
              <a:extLst>
                <a:ext uri="{FF2B5EF4-FFF2-40B4-BE49-F238E27FC236}">
                  <a16:creationId xmlns:a16="http://schemas.microsoft.com/office/drawing/2014/main" id="{539DBF0C-5FC0-EFC3-AF6E-E154A1D7625F}"/>
                </a:ext>
              </a:extLst>
            </p:cNvPr>
            <p:cNvSpPr txBox="1"/>
            <p:nvPr/>
          </p:nvSpPr>
          <p:spPr>
            <a:xfrm>
              <a:off x="927949" y="925025"/>
              <a:ext cx="2679372" cy="19161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Space</a:t>
              </a:r>
            </a:p>
            <a:p>
              <a:pPr algn="r"/>
              <a:r>
                <a:rPr lang="en-GB" sz="11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Continuous or discrete</a:t>
              </a:r>
            </a:p>
            <a:p>
              <a:pPr algn="r"/>
              <a:r>
                <a:rPr lang="en-GB" sz="11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One or multiple properties</a:t>
              </a:r>
              <a:endParaRPr lang="en-NL" sz="11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6" name="TextBox 177">
              <a:extLst>
                <a:ext uri="{FF2B5EF4-FFF2-40B4-BE49-F238E27FC236}">
                  <a16:creationId xmlns:a16="http://schemas.microsoft.com/office/drawing/2014/main" id="{C253B8EF-1E4C-A76A-A4DD-32565B3503D7}"/>
                </a:ext>
              </a:extLst>
            </p:cNvPr>
            <p:cNvSpPr txBox="1"/>
            <p:nvPr/>
          </p:nvSpPr>
          <p:spPr>
            <a:xfrm>
              <a:off x="4432425" y="6243271"/>
              <a:ext cx="3792077" cy="53400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GB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Unified coordinate system</a:t>
              </a:r>
            </a:p>
          </p:txBody>
        </p:sp>
        <p:sp>
          <p:nvSpPr>
            <p:cNvPr id="117" name="TextBox 178">
              <a:extLst>
                <a:ext uri="{FF2B5EF4-FFF2-40B4-BE49-F238E27FC236}">
                  <a16:creationId xmlns:a16="http://schemas.microsoft.com/office/drawing/2014/main" id="{96D87CE5-47D5-C90E-565A-2454D30096AD}"/>
                </a:ext>
              </a:extLst>
            </p:cNvPr>
            <p:cNvSpPr txBox="1"/>
            <p:nvPr/>
          </p:nvSpPr>
          <p:spPr>
            <a:xfrm>
              <a:off x="8445605" y="1662125"/>
              <a:ext cx="2741915" cy="19161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Air</a:t>
              </a:r>
            </a:p>
            <a:p>
              <a:r>
                <a:rPr lang="en-GB" sz="11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Continuous space</a:t>
              </a:r>
            </a:p>
            <a:p>
              <a:r>
                <a:rPr lang="en-GB" sz="11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Temperature property (continuous) </a:t>
              </a:r>
              <a:endParaRPr lang="en-NL" sz="11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8" name="TextBox 179">
              <a:extLst>
                <a:ext uri="{FF2B5EF4-FFF2-40B4-BE49-F238E27FC236}">
                  <a16:creationId xmlns:a16="http://schemas.microsoft.com/office/drawing/2014/main" id="{A0289FB5-3C71-CE62-3E68-804511CF45F7}"/>
                </a:ext>
              </a:extLst>
            </p:cNvPr>
            <p:cNvSpPr txBox="1"/>
            <p:nvPr/>
          </p:nvSpPr>
          <p:spPr>
            <a:xfrm>
              <a:off x="8544784" y="3702540"/>
              <a:ext cx="2961849" cy="26071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Soil</a:t>
              </a:r>
            </a:p>
            <a:p>
              <a:r>
                <a:rPr lang="en-GB" sz="11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Grid space</a:t>
              </a:r>
            </a:p>
            <a:p>
              <a:r>
                <a:rPr lang="en-GB" sz="11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Moisture property (grid)</a:t>
              </a:r>
            </a:p>
            <a:p>
              <a:r>
                <a:rPr lang="en-GB" sz="11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Fertility property (grid) </a:t>
              </a:r>
            </a:p>
            <a:p>
              <a:endParaRPr lang="en-GB" sz="11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0" name="TextBox 181">
              <a:extLst>
                <a:ext uri="{FF2B5EF4-FFF2-40B4-BE49-F238E27FC236}">
                  <a16:creationId xmlns:a16="http://schemas.microsoft.com/office/drawing/2014/main" id="{B5ACF260-A9D3-FEAC-C18D-C11CE549B19F}"/>
                </a:ext>
              </a:extLst>
            </p:cNvPr>
            <p:cNvSpPr txBox="1"/>
            <p:nvPr/>
          </p:nvSpPr>
          <p:spPr>
            <a:xfrm>
              <a:off x="1416752" y="3309734"/>
              <a:ext cx="2228199" cy="22616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Property</a:t>
              </a:r>
            </a:p>
            <a:p>
              <a:pPr algn="r"/>
              <a:r>
                <a:rPr lang="en-GB" sz="11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Has same “resolution”</a:t>
              </a:r>
              <a:br>
                <a:rPr lang="en-GB" sz="11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</a:br>
              <a:r>
                <a:rPr lang="en-GB" sz="11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as accompanying space</a:t>
              </a:r>
            </a:p>
          </p:txBody>
        </p:sp>
        <p:cxnSp>
          <p:nvCxnSpPr>
            <p:cNvPr id="121" name="Straight Connector 183">
              <a:extLst>
                <a:ext uri="{FF2B5EF4-FFF2-40B4-BE49-F238E27FC236}">
                  <a16:creationId xmlns:a16="http://schemas.microsoft.com/office/drawing/2014/main" id="{4E9C4EF6-D0D0-E67F-E6D6-A67B7FF63122}"/>
                </a:ext>
              </a:extLst>
            </p:cNvPr>
            <p:cNvCxnSpPr/>
            <p:nvPr/>
          </p:nvCxnSpPr>
          <p:spPr>
            <a:xfrm>
              <a:off x="3607320" y="1687157"/>
              <a:ext cx="277587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2" name="Straight Connector 184">
              <a:extLst>
                <a:ext uri="{FF2B5EF4-FFF2-40B4-BE49-F238E27FC236}">
                  <a16:creationId xmlns:a16="http://schemas.microsoft.com/office/drawing/2014/main" id="{EB00787D-F20D-CD02-212A-B8655E0A42BD}"/>
                </a:ext>
              </a:extLst>
            </p:cNvPr>
            <p:cNvCxnSpPr/>
            <p:nvPr/>
          </p:nvCxnSpPr>
          <p:spPr>
            <a:xfrm>
              <a:off x="3644956" y="3429000"/>
              <a:ext cx="277587" cy="0"/>
            </a:xfrm>
            <a:prstGeom prst="line">
              <a:avLst/>
            </a:prstGeom>
            <a:ln w="12700">
              <a:prstDash val="lg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124" name="图片 123">
            <a:extLst>
              <a:ext uri="{FF2B5EF4-FFF2-40B4-BE49-F238E27FC236}">
                <a16:creationId xmlns:a16="http://schemas.microsoft.com/office/drawing/2014/main" id="{923033CE-80EA-48A2-6FD6-D1C590C25D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0593" y="5199752"/>
            <a:ext cx="2009883" cy="1427389"/>
          </a:xfrm>
          <a:prstGeom prst="rect">
            <a:avLst/>
          </a:prstGeom>
        </p:spPr>
      </p:pic>
      <p:sp>
        <p:nvSpPr>
          <p:cNvPr id="127" name="文本框 126">
            <a:extLst>
              <a:ext uri="{FF2B5EF4-FFF2-40B4-BE49-F238E27FC236}">
                <a16:creationId xmlns:a16="http://schemas.microsoft.com/office/drawing/2014/main" id="{C130D3E6-5AF6-DF41-23EE-76492FEE3FA7}"/>
              </a:ext>
            </a:extLst>
          </p:cNvPr>
          <p:cNvSpPr txBox="1"/>
          <p:nvPr/>
        </p:nvSpPr>
        <p:spPr>
          <a:xfrm>
            <a:off x="28047" y="6283574"/>
            <a:ext cx="824987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  <a:hlinkClick r:id="rId4"/>
              </a:rPr>
              <a:t>https://mesa.readthedocs.io/latest/tutorials/1_adding_space.html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https://mesa.readthedocs.io/stable/apis/space.html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26" name="图片 125">
            <a:extLst>
              <a:ext uri="{FF2B5EF4-FFF2-40B4-BE49-F238E27FC236}">
                <a16:creationId xmlns:a16="http://schemas.microsoft.com/office/drawing/2014/main" id="{3765DE90-1EC4-77EF-2128-EC59C2543B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9224" y="4273916"/>
            <a:ext cx="1685670" cy="1685670"/>
          </a:xfrm>
          <a:prstGeom prst="rect">
            <a:avLst/>
          </a:prstGeom>
        </p:spPr>
      </p:pic>
      <p:sp>
        <p:nvSpPr>
          <p:cNvPr id="132" name="内容占位符 2">
            <a:extLst>
              <a:ext uri="{FF2B5EF4-FFF2-40B4-BE49-F238E27FC236}">
                <a16:creationId xmlns:a16="http://schemas.microsoft.com/office/drawing/2014/main" id="{590A9FDA-2138-40A3-CE4C-9FEA7548EFC6}"/>
              </a:ext>
            </a:extLst>
          </p:cNvPr>
          <p:cNvSpPr txBox="1">
            <a:spLocks/>
          </p:cNvSpPr>
          <p:nvPr/>
        </p:nvSpPr>
        <p:spPr>
          <a:xfrm>
            <a:off x="8252453" y="1345794"/>
            <a:ext cx="3879876" cy="359762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b="1" kern="1200">
                <a:solidFill>
                  <a:schemeClr val="tx1">
                    <a:lumMod val="50000"/>
                    <a:lumOff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>
                    <a:lumMod val="50000"/>
                    <a:lumOff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50000"/>
                    <a:lumOff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API</a:t>
            </a:r>
            <a:r>
              <a:rPr lang="zh-CN" altLang="en-US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中 </a:t>
            </a:r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Space </a:t>
            </a:r>
            <a:r>
              <a:rPr lang="zh-CN" altLang="en-US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分类：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1600" b="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PropertyLayer</a:t>
            </a:r>
            <a:r>
              <a:rPr lang="en-US" altLang="zh-CN" sz="16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 A data layer that can be added to Grids to store cell properties* </a:t>
            </a:r>
          </a:p>
          <a:p>
            <a:r>
              <a:rPr lang="en-US" altLang="zh-CN" sz="1600" b="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SingleGrid</a:t>
            </a:r>
            <a:r>
              <a:rPr lang="en-US" altLang="zh-CN" sz="16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 a Grid which strictly enforces one agent per cell.* </a:t>
            </a:r>
          </a:p>
          <a:p>
            <a:r>
              <a:rPr lang="en-US" altLang="zh-CN" sz="1600" b="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MultiGrid</a:t>
            </a:r>
            <a:r>
              <a:rPr lang="en-US" altLang="zh-CN" sz="16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 a Grid where each cell can contain a set of agents.* </a:t>
            </a:r>
          </a:p>
          <a:p>
            <a:r>
              <a:rPr lang="en-US" altLang="zh-CN" sz="1600" b="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HexGrid</a:t>
            </a:r>
            <a:endParaRPr lang="en-US" altLang="zh-CN" sz="1600" b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1600" b="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ContinuousSpace</a:t>
            </a:r>
            <a:endParaRPr lang="en-US" altLang="zh-CN" sz="1600" b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16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NetworkGrid</a:t>
            </a:r>
          </a:p>
          <a:p>
            <a:r>
              <a:rPr lang="en-US" altLang="zh-CN" sz="16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…</a:t>
            </a:r>
            <a:endParaRPr lang="zh-CN" altLang="en-US" sz="1600" b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34" name="直接连接符 133">
            <a:extLst>
              <a:ext uri="{FF2B5EF4-FFF2-40B4-BE49-F238E27FC236}">
                <a16:creationId xmlns:a16="http://schemas.microsoft.com/office/drawing/2014/main" id="{80340B2A-BA14-F0FB-35BF-ADFC06181E83}"/>
              </a:ext>
            </a:extLst>
          </p:cNvPr>
          <p:cNvCxnSpPr/>
          <p:nvPr/>
        </p:nvCxnSpPr>
        <p:spPr>
          <a:xfrm>
            <a:off x="8161021" y="1289785"/>
            <a:ext cx="0" cy="5337357"/>
          </a:xfrm>
          <a:prstGeom prst="line">
            <a:avLst/>
          </a:prstGeom>
          <a:ln>
            <a:solidFill>
              <a:srgbClr val="006C4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直接连接符 1">
            <a:extLst>
              <a:ext uri="{FF2B5EF4-FFF2-40B4-BE49-F238E27FC236}">
                <a16:creationId xmlns:a16="http://schemas.microsoft.com/office/drawing/2014/main" id="{80738327-E631-8A2A-AC3E-D021BB5C18BF}"/>
              </a:ext>
            </a:extLst>
          </p:cNvPr>
          <p:cNvCxnSpPr>
            <a:cxnSpLocks/>
          </p:cNvCxnSpPr>
          <p:nvPr/>
        </p:nvCxnSpPr>
        <p:spPr>
          <a:xfrm>
            <a:off x="2684682" y="1261126"/>
            <a:ext cx="0" cy="4886903"/>
          </a:xfrm>
          <a:prstGeom prst="line">
            <a:avLst/>
          </a:prstGeom>
          <a:ln>
            <a:solidFill>
              <a:srgbClr val="006C4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25587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0DFDD7-BEF2-BB97-E88E-9B98280E0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D793633-A8C9-EE62-8528-46BC1B12697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Mesa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标题 6">
            <a:extLst>
              <a:ext uri="{FF2B5EF4-FFF2-40B4-BE49-F238E27FC236}">
                <a16:creationId xmlns:a16="http://schemas.microsoft.com/office/drawing/2014/main" id="{AC187B5E-27D4-91ED-28DC-E297D59844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386781"/>
            <a:ext cx="11437620" cy="903004"/>
          </a:xfrm>
        </p:spPr>
        <p:txBody>
          <a:bodyPr>
            <a:normAutofit fontScale="90000"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Agent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：模拟的独立个体，具有属性和行为，可以与环境发生交互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2A0BD2F-42E9-B8C9-8743-AEC0CFA9885D}"/>
              </a:ext>
            </a:extLst>
          </p:cNvPr>
          <p:cNvSpPr txBox="1"/>
          <p:nvPr/>
        </p:nvSpPr>
        <p:spPr>
          <a:xfrm>
            <a:off x="169700" y="6021755"/>
            <a:ext cx="7272146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CN" sz="10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https://mesa.readthedocs.io/latest/tutorials/3_agentset.html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CN" sz="1050" dirty="0">
                <a:latin typeface="微软雅黑" panose="020B0503020204020204" pitchFamily="34" charset="-122"/>
                <a:ea typeface="微软雅黑" panose="020B0503020204020204" pitchFamily="34" charset="-122"/>
                <a:hlinkClick r:id="rId2"/>
              </a:rPr>
              <a:t>https://mesa.readthedocs.io/stable/apis/agent.html</a:t>
            </a:r>
            <a:endParaRPr lang="en-US" altLang="zh-CN" sz="10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CN" sz="1050" b="1" dirty="0">
                <a:latin typeface="微软雅黑" panose="020B0503020204020204" pitchFamily="34" charset="-122"/>
                <a:ea typeface="微软雅黑" panose="020B0503020204020204" pitchFamily="34" charset="-122"/>
                <a:hlinkClick r:id="rId3"/>
              </a:rPr>
              <a:t>https://mesa.readthedocs.io/stable/apis/discrete_space.html#mesa.discrete_space.__init__.CellAgent</a:t>
            </a:r>
            <a:endParaRPr lang="en-US" altLang="zh-CN" sz="105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CN" sz="105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https://mesa.readthedocs.io/stable/apis/agent.html#mesa.agent.AgentSet</a:t>
            </a:r>
            <a:endParaRPr lang="zh-CN" altLang="en-US" sz="105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A4F3401-124E-7467-8C01-D06E2FDF9A18}"/>
              </a:ext>
            </a:extLst>
          </p:cNvPr>
          <p:cNvSpPr txBox="1"/>
          <p:nvPr/>
        </p:nvSpPr>
        <p:spPr>
          <a:xfrm>
            <a:off x="157017" y="1319159"/>
            <a:ext cx="1228644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600" i="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 </a:t>
            </a:r>
            <a:r>
              <a:rPr lang="en-US" altLang="zh-CN" sz="1600" i="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Mesa </a:t>
            </a:r>
            <a:r>
              <a:rPr lang="zh-CN" altLang="en-US" sz="1600" i="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使用基于集合的方法</a:t>
            </a:r>
            <a:r>
              <a:rPr lang="en-US" altLang="zh-CN" sz="1600" i="0" dirty="0" err="1">
                <a:solidFill>
                  <a:srgbClr val="C00000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AgentSet</a:t>
            </a:r>
            <a:r>
              <a:rPr lang="zh-CN" altLang="en-US" sz="1600" i="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，使用户能够高效直观地管理其代理。大多数情况下，用户不会显式调用 </a:t>
            </a:r>
            <a:r>
              <a:rPr lang="en-US" altLang="zh-CN" sz="1600" i="0" dirty="0" err="1"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AgentSet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内容占位符 2">
            <a:extLst>
              <a:ext uri="{FF2B5EF4-FFF2-40B4-BE49-F238E27FC236}">
                <a16:creationId xmlns:a16="http://schemas.microsoft.com/office/drawing/2014/main" id="{1367E712-26CE-0E0A-D1CC-83CFEE226A64}"/>
              </a:ext>
            </a:extLst>
          </p:cNvPr>
          <p:cNvSpPr txBox="1">
            <a:spLocks/>
          </p:cNvSpPr>
          <p:nvPr/>
        </p:nvSpPr>
        <p:spPr>
          <a:xfrm>
            <a:off x="169700" y="1854952"/>
            <a:ext cx="3635384" cy="358720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b="1" kern="1200">
                <a:solidFill>
                  <a:schemeClr val="tx1">
                    <a:lumMod val="50000"/>
                    <a:lumOff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>
                    <a:lumMod val="50000"/>
                    <a:lumOff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50000"/>
                    <a:lumOff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Mesa </a:t>
            </a:r>
            <a:r>
              <a:rPr lang="zh-CN" altLang="en-US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中 </a:t>
            </a:r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 </a:t>
            </a:r>
            <a:r>
              <a:rPr lang="zh-CN" altLang="en-US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属性（基本组成）：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ts val="1425"/>
              </a:lnSpc>
            </a:pPr>
            <a:r>
              <a:rPr lang="en-US" altLang="zh-CN" sz="16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model (Model): A reference to the model instance.</a:t>
            </a:r>
          </a:p>
          <a:p>
            <a:pPr>
              <a:lnSpc>
                <a:spcPts val="1425"/>
              </a:lnSpc>
            </a:pPr>
            <a:r>
              <a:rPr lang="en-US" altLang="zh-CN" sz="1600" b="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unique_id</a:t>
            </a:r>
            <a:r>
              <a:rPr lang="en-US" altLang="zh-CN" sz="16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(int): A unique identifier for this agent.</a:t>
            </a:r>
          </a:p>
          <a:p>
            <a:pPr>
              <a:lnSpc>
                <a:spcPts val="1425"/>
              </a:lnSpc>
            </a:pPr>
            <a:r>
              <a:rPr lang="en-US" altLang="zh-CN" sz="16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 (Position): A reference to the position where this agent is located.</a:t>
            </a:r>
          </a:p>
          <a:p>
            <a:endParaRPr lang="zh-CN" altLang="en-US" sz="1600" b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内容占位符 2">
            <a:extLst>
              <a:ext uri="{FF2B5EF4-FFF2-40B4-BE49-F238E27FC236}">
                <a16:creationId xmlns:a16="http://schemas.microsoft.com/office/drawing/2014/main" id="{A00866E7-64C5-9520-1B8A-751AFCEB5F70}"/>
              </a:ext>
            </a:extLst>
          </p:cNvPr>
          <p:cNvSpPr txBox="1">
            <a:spLocks/>
          </p:cNvSpPr>
          <p:nvPr/>
        </p:nvSpPr>
        <p:spPr>
          <a:xfrm>
            <a:off x="4056235" y="1854952"/>
            <a:ext cx="2933700" cy="31957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b="1" kern="1200">
                <a:solidFill>
                  <a:schemeClr val="tx1">
                    <a:lumMod val="50000"/>
                    <a:lumOff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>
                    <a:lumMod val="50000"/>
                    <a:lumOff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50000"/>
                    <a:lumOff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Mesa </a:t>
            </a:r>
            <a:r>
              <a:rPr lang="zh-CN" altLang="en-US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中 </a:t>
            </a:r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 </a:t>
            </a:r>
            <a:r>
              <a:rPr lang="zh-CN" altLang="en-US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分类：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0" indent="0">
              <a:buNone/>
            </a:pPr>
            <a:r>
              <a:rPr lang="zh-CN" altLang="en-US" sz="16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取决于不同的建模问题，在不同的空间中采用不同的</a:t>
            </a:r>
            <a:r>
              <a:rPr lang="en-US" altLang="zh-CN" sz="16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</a:t>
            </a:r>
            <a:r>
              <a:rPr lang="zh-CN" altLang="en-US" sz="16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endParaRPr lang="en-US" altLang="zh-CN" sz="1600" b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16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无空间</a:t>
            </a:r>
            <a:endParaRPr lang="en-US" altLang="zh-CN" sz="1600" b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/>
            <a:r>
              <a:rPr lang="en-US" altLang="zh-CN" sz="16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</a:t>
            </a:r>
          </a:p>
          <a:p>
            <a:r>
              <a:rPr lang="zh-CN" altLang="en-US" sz="16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离散空间</a:t>
            </a:r>
            <a:endParaRPr lang="en-US" altLang="zh-CN" sz="1600" b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/>
            <a:r>
              <a:rPr lang="en-US" altLang="zh-CN" sz="1600" b="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CellAgent</a:t>
            </a:r>
            <a:endParaRPr lang="en-US" altLang="zh-CN" sz="1600" b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/>
            <a:r>
              <a:rPr lang="en-US" altLang="zh-CN" sz="1600" b="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FixedAgent</a:t>
            </a:r>
            <a:endParaRPr lang="en-US" altLang="zh-CN" sz="1600" b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/>
            <a:r>
              <a:rPr lang="en-US" altLang="zh-CN" sz="16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Grid2DMovingAgent</a:t>
            </a:r>
          </a:p>
          <a:p>
            <a:r>
              <a:rPr lang="zh-CN" altLang="en-US" sz="16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连续空间</a:t>
            </a:r>
            <a:endParaRPr lang="en-US" altLang="zh-CN" sz="1600" b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/>
            <a:r>
              <a:rPr lang="en-US" altLang="zh-CN" sz="16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</a:t>
            </a:r>
          </a:p>
          <a:p>
            <a:pPr marL="0" indent="0">
              <a:buNone/>
            </a:pPr>
            <a:endParaRPr lang="en-US" altLang="zh-CN" sz="1600" b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0" indent="0">
              <a:buNone/>
            </a:pPr>
            <a:endParaRPr lang="zh-CN" altLang="en-US" sz="1600" b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4" name="内容占位符 2">
            <a:extLst>
              <a:ext uri="{FF2B5EF4-FFF2-40B4-BE49-F238E27FC236}">
                <a16:creationId xmlns:a16="http://schemas.microsoft.com/office/drawing/2014/main" id="{6C243258-3112-6120-4FE2-C788A8BE8BE9}"/>
              </a:ext>
            </a:extLst>
          </p:cNvPr>
          <p:cNvSpPr txBox="1">
            <a:spLocks/>
          </p:cNvSpPr>
          <p:nvPr/>
        </p:nvSpPr>
        <p:spPr>
          <a:xfrm>
            <a:off x="7419050" y="1854952"/>
            <a:ext cx="4650772" cy="406617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b="1" kern="1200">
                <a:solidFill>
                  <a:schemeClr val="tx1">
                    <a:lumMod val="50000"/>
                    <a:lumOff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>
                    <a:lumMod val="50000"/>
                    <a:lumOff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50000"/>
                    <a:lumOff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Mesa </a:t>
            </a:r>
            <a:r>
              <a:rPr lang="zh-CN" altLang="en-US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中管理（</a:t>
            </a:r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AgentSet</a:t>
            </a:r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0" indent="0">
              <a:buNone/>
            </a:pPr>
            <a:r>
              <a:rPr lang="en-US" altLang="zh-CN" sz="16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Mesa 3.0 </a:t>
            </a:r>
            <a:r>
              <a:rPr lang="zh-CN" altLang="en-US" sz="16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统一使用 </a:t>
            </a:r>
            <a:r>
              <a:rPr lang="en-US" altLang="zh-CN" sz="1600" b="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AgentSet</a:t>
            </a:r>
            <a:r>
              <a:rPr lang="zh-CN" altLang="en-US" sz="16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进行管理，类似于高级的集合数组</a:t>
            </a:r>
            <a:endParaRPr lang="en-US" altLang="zh-CN" sz="1600" b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0" indent="0">
              <a:buNone/>
            </a:pPr>
            <a:r>
              <a:rPr lang="zh-CN" altLang="en-US" sz="1600" b="0" dirty="0">
                <a:solidFill>
                  <a:schemeClr val="bg1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“此类扩展了 </a:t>
            </a:r>
            <a:r>
              <a:rPr lang="en-US" altLang="zh-CN" sz="1600" b="0" dirty="0" err="1">
                <a:solidFill>
                  <a:schemeClr val="bg1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MutableSet</a:t>
            </a:r>
            <a:r>
              <a:rPr lang="en-US" altLang="zh-CN" sz="1600" b="0" dirty="0">
                <a:solidFill>
                  <a:schemeClr val="bg1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600" b="0" dirty="0">
                <a:solidFill>
                  <a:schemeClr val="bg1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和 </a:t>
            </a:r>
            <a:r>
              <a:rPr lang="en-US" altLang="zh-CN" sz="1600" b="0" dirty="0">
                <a:solidFill>
                  <a:schemeClr val="bg1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Sequence</a:t>
            </a:r>
            <a:r>
              <a:rPr lang="zh-CN" altLang="en-US" sz="1600" b="0" dirty="0">
                <a:solidFill>
                  <a:schemeClr val="bg1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，通过顺序保留和串行作提供类似集合的功能。”</a:t>
            </a:r>
            <a:endParaRPr lang="en-US" altLang="zh-CN" sz="1600" b="0" dirty="0">
              <a:solidFill>
                <a:schemeClr val="bg1">
                  <a:lumMod val="50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0" indent="0">
              <a:buNone/>
            </a:pPr>
            <a:r>
              <a:rPr lang="zh-CN" altLang="en-US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功能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16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Select</a:t>
            </a:r>
          </a:p>
          <a:p>
            <a:r>
              <a:rPr lang="en-US" altLang="zh-CN" sz="16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Shuffle</a:t>
            </a:r>
          </a:p>
          <a:p>
            <a:r>
              <a:rPr lang="en-US" altLang="zh-CN" sz="16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Do</a:t>
            </a:r>
          </a:p>
          <a:p>
            <a:r>
              <a:rPr lang="en-US" altLang="zh-CN" sz="1600" b="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shuffle_do</a:t>
            </a:r>
            <a:endParaRPr lang="en-US" altLang="zh-CN" sz="1600" b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16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Add</a:t>
            </a:r>
          </a:p>
          <a:p>
            <a:r>
              <a:rPr lang="en-US" altLang="zh-CN" sz="16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…</a:t>
            </a:r>
          </a:p>
          <a:p>
            <a:pPr marL="0" indent="0">
              <a:buNone/>
            </a:pPr>
            <a:endParaRPr lang="en-US" altLang="zh-CN" sz="1600" b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0" indent="0">
              <a:buNone/>
            </a:pPr>
            <a:endParaRPr lang="en-US" altLang="zh-CN" sz="1600" b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0" indent="0">
              <a:buNone/>
            </a:pPr>
            <a:endParaRPr lang="zh-CN" altLang="en-US" sz="1600" b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482719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E44A6B-F089-F3FC-C286-D9A08791F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A57BCEC-0528-E62B-B6B3-AEB8B5F8C06E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160704" y="1289785"/>
            <a:ext cx="11848416" cy="903004"/>
          </a:xfrm>
        </p:spPr>
        <p:txBody>
          <a:bodyPr>
            <a:normAutofit/>
          </a:bodyPr>
          <a:lstStyle/>
          <a:p>
            <a:r>
              <a:rPr lang="en-US" altLang="zh-CN" sz="1800" b="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DataCollector</a:t>
            </a:r>
            <a:r>
              <a:rPr lang="en-US" altLang="zh-CN" sz="18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8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旨在提供一种简单、标准的方式来收集 </a:t>
            </a:r>
            <a:r>
              <a:rPr lang="en-US" altLang="zh-CN" sz="18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Mesa </a:t>
            </a:r>
            <a:r>
              <a:rPr lang="zh-CN" altLang="en-US" sz="18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模型生成的数据。它收集四种类型的数据：模型级数据、代理级数据、代理类型级数据和表格。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DE1F574-E5AB-A049-4128-392BCB8FD3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Mesa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标题 6">
            <a:extLst>
              <a:ext uri="{FF2B5EF4-FFF2-40B4-BE49-F238E27FC236}">
                <a16:creationId xmlns:a16="http://schemas.microsoft.com/office/drawing/2014/main" id="{23802BF1-CE1C-53CE-4D02-5EC4B9755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DataCollector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: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数据收集器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4365EA9-FA07-6988-07A1-5A795CE9E99D}"/>
              </a:ext>
            </a:extLst>
          </p:cNvPr>
          <p:cNvSpPr txBox="1"/>
          <p:nvPr/>
        </p:nvSpPr>
        <p:spPr>
          <a:xfrm>
            <a:off x="160703" y="6255775"/>
            <a:ext cx="844296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050" dirty="0">
                <a:latin typeface="微软雅黑" panose="020B0503020204020204" pitchFamily="34" charset="-122"/>
                <a:ea typeface="微软雅黑" panose="020B0503020204020204" pitchFamily="34" charset="-122"/>
                <a:hlinkClick r:id="rId2"/>
              </a:rPr>
              <a:t>https://mesa.readthedocs.io/stable/tutorials/2_collecting_data.html</a:t>
            </a:r>
            <a:endParaRPr lang="en-US" altLang="zh-CN" sz="10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10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https://mesa.readthedocs.io/stable/apis/datacollection.html</a:t>
            </a:r>
            <a:endParaRPr lang="zh-CN" altLang="en-US" sz="10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7B1E2022-3F61-2E47-2DE1-BB2E1528CB09}"/>
              </a:ext>
            </a:extLst>
          </p:cNvPr>
          <p:cNvSpPr txBox="1"/>
          <p:nvPr/>
        </p:nvSpPr>
        <p:spPr>
          <a:xfrm>
            <a:off x="160703" y="2331685"/>
            <a:ext cx="27241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Datacollector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主要收集的数据类型：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buFontTx/>
              <a:buChar char="-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model-level data</a:t>
            </a:r>
          </a:p>
          <a:p>
            <a:pPr marL="285750" indent="-285750">
              <a:buFontTx/>
              <a:buChar char="-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agent-level data</a:t>
            </a:r>
          </a:p>
          <a:p>
            <a:pPr marL="285750" indent="-285750">
              <a:buFontTx/>
              <a:buChar char="-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agent-type-level </a:t>
            </a:r>
          </a:p>
          <a:p>
            <a:pPr marL="285750" indent="-285750">
              <a:buFontTx/>
              <a:buChar char="-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Tables data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内容占位符 2">
            <a:extLst>
              <a:ext uri="{FF2B5EF4-FFF2-40B4-BE49-F238E27FC236}">
                <a16:creationId xmlns:a16="http://schemas.microsoft.com/office/drawing/2014/main" id="{D81F9E74-6F61-CF0B-E56C-18D198E0ACB3}"/>
              </a:ext>
            </a:extLst>
          </p:cNvPr>
          <p:cNvSpPr txBox="1">
            <a:spLocks/>
          </p:cNvSpPr>
          <p:nvPr/>
        </p:nvSpPr>
        <p:spPr>
          <a:xfrm>
            <a:off x="3162300" y="2382781"/>
            <a:ext cx="2933700" cy="85190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b="1" kern="1200">
                <a:solidFill>
                  <a:schemeClr val="tx1">
                    <a:lumMod val="50000"/>
                    <a:lumOff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>
                    <a:lumMod val="50000"/>
                    <a:lumOff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50000"/>
                    <a:lumOff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DataCollector</a:t>
            </a:r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步骤</a:t>
            </a:r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0" indent="0">
              <a:buNone/>
            </a:pPr>
            <a:r>
              <a:rPr lang="zh-CN" altLang="en-US" sz="16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基本设置（在 </a:t>
            </a:r>
            <a:r>
              <a:rPr lang="en-US" altLang="zh-CN" sz="16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`__</a:t>
            </a:r>
            <a:r>
              <a:rPr lang="en-US" altLang="zh-CN" sz="1600" b="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init</a:t>
            </a:r>
            <a:r>
              <a:rPr lang="en-US" altLang="zh-CN" sz="16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__` </a:t>
            </a:r>
            <a:r>
              <a:rPr lang="zh-CN" altLang="en-US" sz="16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里）</a:t>
            </a:r>
            <a:endParaRPr lang="en-US" altLang="zh-CN" sz="1600" b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0" indent="0">
              <a:buNone/>
            </a:pPr>
            <a:endParaRPr lang="zh-CN" altLang="en-US" sz="1600" b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内容占位符 2">
            <a:extLst>
              <a:ext uri="{FF2B5EF4-FFF2-40B4-BE49-F238E27FC236}">
                <a16:creationId xmlns:a16="http://schemas.microsoft.com/office/drawing/2014/main" id="{E449DE9C-B9B4-7B2E-50B3-2568AEE87905}"/>
              </a:ext>
            </a:extLst>
          </p:cNvPr>
          <p:cNvSpPr txBox="1">
            <a:spLocks/>
          </p:cNvSpPr>
          <p:nvPr/>
        </p:nvSpPr>
        <p:spPr>
          <a:xfrm>
            <a:off x="5954890" y="2349544"/>
            <a:ext cx="2933700" cy="85190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b="1" kern="1200">
                <a:solidFill>
                  <a:schemeClr val="tx1">
                    <a:lumMod val="50000"/>
                    <a:lumOff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>
                    <a:lumMod val="50000"/>
                    <a:lumOff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50000"/>
                    <a:lumOff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DataCollector</a:t>
            </a:r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步骤</a:t>
            </a:r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0" indent="0">
              <a:buNone/>
            </a:pPr>
            <a:r>
              <a:rPr lang="zh-CN" altLang="en-US" sz="16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数据收集过程（在 </a:t>
            </a:r>
            <a:r>
              <a:rPr lang="en-US" altLang="zh-CN" sz="16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model </a:t>
            </a:r>
            <a:r>
              <a:rPr lang="zh-CN" altLang="en-US" sz="16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 </a:t>
            </a:r>
            <a:r>
              <a:rPr lang="en-US" altLang="zh-CN" sz="16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step </a:t>
            </a:r>
            <a:r>
              <a:rPr lang="zh-CN" altLang="en-US" sz="16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中）</a:t>
            </a:r>
          </a:p>
        </p:txBody>
      </p:sp>
      <p:sp>
        <p:nvSpPr>
          <p:cNvPr id="12" name="内容占位符 2">
            <a:extLst>
              <a:ext uri="{FF2B5EF4-FFF2-40B4-BE49-F238E27FC236}">
                <a16:creationId xmlns:a16="http://schemas.microsoft.com/office/drawing/2014/main" id="{7A0DB1B2-F4F9-5D51-3936-0FA41EF279C1}"/>
              </a:ext>
            </a:extLst>
          </p:cNvPr>
          <p:cNvSpPr txBox="1">
            <a:spLocks/>
          </p:cNvSpPr>
          <p:nvPr/>
        </p:nvSpPr>
        <p:spPr>
          <a:xfrm>
            <a:off x="8862060" y="2316307"/>
            <a:ext cx="2933700" cy="85190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b="1" kern="1200">
                <a:solidFill>
                  <a:schemeClr val="tx1">
                    <a:lumMod val="50000"/>
                    <a:lumOff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>
                    <a:lumMod val="50000"/>
                    <a:lumOff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50000"/>
                    <a:lumOff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DataCollector</a:t>
            </a:r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步骤</a:t>
            </a:r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r>
              <a:rPr lang="zh-CN" altLang="en-US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0" indent="0">
              <a:buNone/>
            </a:pPr>
            <a:r>
              <a:rPr lang="zh-CN" altLang="en-US" sz="16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数据获取和分析过程（运行结果以后收集，有一个 </a:t>
            </a:r>
            <a:r>
              <a:rPr lang="en-US" altLang="zh-CN" sz="16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pandas </a:t>
            </a:r>
            <a:r>
              <a:rPr lang="en-US" altLang="zh-CN" sz="1600" b="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DataFrame</a:t>
            </a:r>
            <a:r>
              <a:rPr lang="zh-CN" altLang="en-US" sz="16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F63627E1-CCBC-3F87-C327-ADCE140846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2252" y="3760428"/>
            <a:ext cx="2633140" cy="1577451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A9EAFDB2-470F-ADCB-C01F-DC7E35C1C9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4890" y="3760428"/>
            <a:ext cx="2629673" cy="1280271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03E9504E-52E9-BC23-7403-AF652C9A92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48644" y="3816039"/>
            <a:ext cx="3260476" cy="227917"/>
          </a:xfrm>
          <a:prstGeom prst="rect">
            <a:avLst/>
          </a:prstGeom>
        </p:spPr>
      </p:pic>
      <p:sp>
        <p:nvSpPr>
          <p:cNvPr id="2" name="Rounded Rectangle 133">
            <a:extLst>
              <a:ext uri="{FF2B5EF4-FFF2-40B4-BE49-F238E27FC236}">
                <a16:creationId xmlns:a16="http://schemas.microsoft.com/office/drawing/2014/main" id="{E14CB50D-D9F0-DD2C-B498-936B3EE8ED36}"/>
              </a:ext>
            </a:extLst>
          </p:cNvPr>
          <p:cNvSpPr/>
          <p:nvPr/>
        </p:nvSpPr>
        <p:spPr>
          <a:xfrm>
            <a:off x="3123800" y="2253317"/>
            <a:ext cx="8998735" cy="3751243"/>
          </a:xfrm>
          <a:prstGeom prst="roundRect">
            <a:avLst>
              <a:gd name="adj" fmla="val 2276"/>
            </a:avLst>
          </a:prstGeom>
          <a:noFill/>
          <a:ln>
            <a:solidFill>
              <a:schemeClr val="accent2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6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8067358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6E3D2A-4807-832D-BB82-D32A26641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97F1CCB-45EE-EAC0-AB52-E0981A922040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12420" y="1289785"/>
            <a:ext cx="11650980" cy="820955"/>
          </a:xfrm>
        </p:spPr>
        <p:txBody>
          <a:bodyPr>
            <a:normAutofit/>
          </a:bodyPr>
          <a:lstStyle/>
          <a:p>
            <a:r>
              <a:rPr lang="en-US" altLang="zh-CN" sz="2000" b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Mesa </a:t>
            </a:r>
            <a:r>
              <a:rPr lang="zh-CN" altLang="en-US" sz="2000" b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的可视化工具（尤其是新版本中）主要围绕 </a:t>
            </a:r>
            <a:r>
              <a:rPr lang="en-US" altLang="zh-CN" sz="2000" b="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SolaraViz</a:t>
            </a:r>
            <a:r>
              <a:rPr lang="en-US" altLang="zh-CN" sz="2000" b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b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展开，它提供了一个基于 </a:t>
            </a:r>
            <a:r>
              <a:rPr lang="en-US" altLang="zh-CN" sz="2000" b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Web </a:t>
            </a:r>
            <a:r>
              <a:rPr lang="zh-CN" altLang="en-US" sz="2000" b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的交互式仪表板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4FB5D58-C32C-7925-C4AF-12029E1228F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Mesa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标题 6">
            <a:extLst>
              <a:ext uri="{FF2B5EF4-FFF2-40B4-BE49-F238E27FC236}">
                <a16:creationId xmlns:a16="http://schemas.microsoft.com/office/drawing/2014/main" id="{E27B645A-3117-DF91-3D88-87DDD297E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Analysis &amp; Visualization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D784F7A-E0D0-23D0-A1AE-83D71C2ACC58}"/>
              </a:ext>
            </a:extLst>
          </p:cNvPr>
          <p:cNvSpPr txBox="1"/>
          <p:nvPr/>
        </p:nvSpPr>
        <p:spPr>
          <a:xfrm>
            <a:off x="0" y="6182678"/>
            <a:ext cx="8740943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000" dirty="0">
                <a:latin typeface="微软雅黑" panose="020B0503020204020204" pitchFamily="34" charset="-122"/>
                <a:ea typeface="微软雅黑" panose="020B0503020204020204" pitchFamily="34" charset="-122"/>
                <a:hlinkClick r:id="rId2"/>
              </a:rPr>
              <a:t>https://mesa.readthedocs.io/stable/tutorials/4_visualization_basic.html</a:t>
            </a:r>
            <a:endParaRPr lang="en-US" altLang="zh-CN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1000" dirty="0">
                <a:latin typeface="微软雅黑" panose="020B0503020204020204" pitchFamily="34" charset="-122"/>
                <a:ea typeface="微软雅黑" panose="020B0503020204020204" pitchFamily="34" charset="-122"/>
                <a:hlinkClick r:id="rId3"/>
              </a:rPr>
              <a:t>https://mesa.readthedocs.io/stable/apis/visualization.html</a:t>
            </a:r>
            <a:endParaRPr lang="en-US" altLang="zh-CN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动态的过程：</a:t>
            </a:r>
            <a:r>
              <a:rPr lang="en-US" altLang="zh-CN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https://mesa.readthedocs.io/stable/tutorials/5_visualization_dynamic_agents.html#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0F410480-9C34-3EEA-0B17-3BDB873C7E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037" y="2213810"/>
            <a:ext cx="4318176" cy="3684070"/>
          </a:xfrm>
          <a:prstGeom prst="rect">
            <a:avLst/>
          </a:prstGeom>
        </p:spPr>
      </p:pic>
      <p:sp>
        <p:nvSpPr>
          <p:cNvPr id="13" name="文本框 12">
            <a:extLst>
              <a:ext uri="{FF2B5EF4-FFF2-40B4-BE49-F238E27FC236}">
                <a16:creationId xmlns:a16="http://schemas.microsoft.com/office/drawing/2014/main" id="{21DEA31D-B064-9D8D-21BC-572A23E32E53}"/>
              </a:ext>
            </a:extLst>
          </p:cNvPr>
          <p:cNvSpPr txBox="1"/>
          <p:nvPr/>
        </p:nvSpPr>
        <p:spPr>
          <a:xfrm>
            <a:off x="4453594" y="1761441"/>
            <a:ext cx="7686787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AutoNum type="arabicPeriod"/>
            </a:pP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定义 </a:t>
            </a: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agent 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描绘器 </a:t>
            </a: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en-US" altLang="zh-CN" sz="16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agent_portrayal</a:t>
            </a: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</a:p>
          <a:p>
            <a:pPr marL="342900" indent="-342900">
              <a:buAutoNum type="arabicPeriod"/>
            </a:pPr>
            <a:endParaRPr lang="en-US" altLang="zh-CN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使用网格来对 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agent 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返回结果进行可视化的时候，需要收集对应的数据并指定如何将数据与可视化对应起来，使用 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`</a:t>
            </a:r>
            <a:r>
              <a:rPr lang="en-US" altLang="zh-CN" sz="16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AgentPortrayalStyle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` 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对象来完成，</a:t>
            </a: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2. 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定义空间组件（</a:t>
            </a:r>
            <a:r>
              <a:rPr lang="en-US" altLang="zh-CN" sz="16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SpaceRenderer</a:t>
            </a: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组件）</a:t>
            </a:r>
            <a:endParaRPr lang="en-US" altLang="zh-CN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mesa 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中使用 </a:t>
            </a:r>
            <a:r>
              <a:rPr lang="en-US" altLang="zh-CN" sz="16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SpaceRenderer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组件 来进行定义空间的可视化部分，你可以选择多种后端渲染方式，比如 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`matplotlib` 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和 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`</a:t>
            </a:r>
            <a:r>
              <a:rPr lang="en-US" altLang="zh-CN" sz="16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altair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`</a:t>
            </a:r>
          </a:p>
          <a:p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3. 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定义绘图组件 </a:t>
            </a: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en-US" altLang="zh-CN" sz="16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make_plot_component</a:t>
            </a: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</a:p>
          <a:p>
            <a:endParaRPr lang="en-US" altLang="zh-CN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mesa 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中组件是支持放在不同的位置，需要利用 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`</a:t>
            </a:r>
            <a:r>
              <a:rPr lang="en-US" altLang="zh-CN" sz="16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make_plot_component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` 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函数来定义，传入指定的变量，并指定页面（也就是在 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`page=xx` 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里面指定）</a:t>
            </a: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4. 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参数和控制（</a:t>
            </a:r>
            <a:r>
              <a:rPr lang="en-US" altLang="zh-CN" sz="16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model_params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en-US" altLang="zh-CN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最开始模拟书写的 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`run.py` 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中使用的是固定参数，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Mesa 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支持类似于 </a:t>
            </a:r>
            <a:r>
              <a:rPr lang="en-US" altLang="zh-CN" sz="16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Netlogo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中自定义调节参数来查看模拟结果，需要将所需要控制的参数统一打包并定义组件更改。</a:t>
            </a: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Rounded Rectangle 133">
            <a:extLst>
              <a:ext uri="{FF2B5EF4-FFF2-40B4-BE49-F238E27FC236}">
                <a16:creationId xmlns:a16="http://schemas.microsoft.com/office/drawing/2014/main" id="{85965FAE-39FA-8391-5A62-036B69A55F9D}"/>
              </a:ext>
            </a:extLst>
          </p:cNvPr>
          <p:cNvSpPr/>
          <p:nvPr/>
        </p:nvSpPr>
        <p:spPr>
          <a:xfrm>
            <a:off x="1870269" y="2757621"/>
            <a:ext cx="585337" cy="516521"/>
          </a:xfrm>
          <a:prstGeom prst="roundRect">
            <a:avLst>
              <a:gd name="adj" fmla="val 2276"/>
            </a:avLst>
          </a:prstGeom>
          <a:solidFill>
            <a:schemeClr val="bg2"/>
          </a:solidFill>
          <a:ln w="38100">
            <a:solidFill>
              <a:schemeClr val="accent2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1</a:t>
            </a:r>
            <a:endParaRPr kumimoji="1" lang="zh-CN" altLang="en-US" sz="240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Rounded Rectangle 133">
            <a:extLst>
              <a:ext uri="{FF2B5EF4-FFF2-40B4-BE49-F238E27FC236}">
                <a16:creationId xmlns:a16="http://schemas.microsoft.com/office/drawing/2014/main" id="{D9E369FB-4BAA-9AEC-6565-2C904B7AA433}"/>
              </a:ext>
            </a:extLst>
          </p:cNvPr>
          <p:cNvSpPr/>
          <p:nvPr/>
        </p:nvSpPr>
        <p:spPr>
          <a:xfrm>
            <a:off x="2066182" y="4503133"/>
            <a:ext cx="778847" cy="762041"/>
          </a:xfrm>
          <a:prstGeom prst="roundRect">
            <a:avLst>
              <a:gd name="adj" fmla="val 2276"/>
            </a:avLst>
          </a:prstGeom>
          <a:solidFill>
            <a:schemeClr val="bg2"/>
          </a:solidFill>
          <a:ln w="38100">
            <a:solidFill>
              <a:schemeClr val="accent2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60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2</a:t>
            </a:r>
            <a:endParaRPr kumimoji="1" lang="zh-CN" altLang="en-US" sz="160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Rounded Rectangle 133">
            <a:extLst>
              <a:ext uri="{FF2B5EF4-FFF2-40B4-BE49-F238E27FC236}">
                <a16:creationId xmlns:a16="http://schemas.microsoft.com/office/drawing/2014/main" id="{F7C82E74-EDE5-AF02-08C5-599FC6BDE2A5}"/>
              </a:ext>
            </a:extLst>
          </p:cNvPr>
          <p:cNvSpPr/>
          <p:nvPr/>
        </p:nvSpPr>
        <p:spPr>
          <a:xfrm>
            <a:off x="230918" y="2561287"/>
            <a:ext cx="720726" cy="516522"/>
          </a:xfrm>
          <a:prstGeom prst="roundRect">
            <a:avLst>
              <a:gd name="adj" fmla="val 2276"/>
            </a:avLst>
          </a:prstGeom>
          <a:solidFill>
            <a:schemeClr val="bg1"/>
          </a:solidFill>
          <a:ln w="38100">
            <a:solidFill>
              <a:schemeClr val="accent2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60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4</a:t>
            </a:r>
            <a:endParaRPr kumimoji="1" lang="zh-CN" altLang="en-US" sz="160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Rounded Rectangle 133">
            <a:extLst>
              <a:ext uri="{FF2B5EF4-FFF2-40B4-BE49-F238E27FC236}">
                <a16:creationId xmlns:a16="http://schemas.microsoft.com/office/drawing/2014/main" id="{815A1BEF-9B0F-B252-B295-A3B117C339A8}"/>
              </a:ext>
            </a:extLst>
          </p:cNvPr>
          <p:cNvSpPr/>
          <p:nvPr/>
        </p:nvSpPr>
        <p:spPr>
          <a:xfrm>
            <a:off x="230918" y="4143969"/>
            <a:ext cx="602366" cy="1121205"/>
          </a:xfrm>
          <a:prstGeom prst="roundRect">
            <a:avLst>
              <a:gd name="adj" fmla="val 2276"/>
            </a:avLst>
          </a:prstGeom>
          <a:solidFill>
            <a:schemeClr val="bg1"/>
          </a:solidFill>
          <a:ln w="38100">
            <a:solidFill>
              <a:schemeClr val="accent2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60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endParaRPr kumimoji="1" lang="zh-CN" altLang="en-US" sz="160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124980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9E05B1-FDE8-9F38-52A5-C9300C982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0A50BE9-7900-837F-3A3E-88523DA046A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270510" y="1289786"/>
            <a:ext cx="11650980" cy="428402"/>
          </a:xfrm>
        </p:spPr>
        <p:txBody>
          <a:bodyPr/>
          <a:lstStyle/>
          <a:p>
            <a:pPr marL="0" indent="0">
              <a:buNone/>
            </a:pP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Solarviz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可以选择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jupyternotebook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或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terminal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启动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5D3920C-8192-23A0-7791-BE36ECDEABF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Mesa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标题 6">
            <a:extLst>
              <a:ext uri="{FF2B5EF4-FFF2-40B4-BE49-F238E27FC236}">
                <a16:creationId xmlns:a16="http://schemas.microsoft.com/office/drawing/2014/main" id="{49A29780-7F3B-6B2D-7313-14B15A8E03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Analysis &amp; Visualization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启动操作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728E74B-C85B-AF8E-501C-B3988A49C698}"/>
              </a:ext>
            </a:extLst>
          </p:cNvPr>
          <p:cNvSpPr txBox="1"/>
          <p:nvPr/>
        </p:nvSpPr>
        <p:spPr>
          <a:xfrm>
            <a:off x="0" y="6363266"/>
            <a:ext cx="874094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000" dirty="0">
                <a:latin typeface="微软雅黑" panose="020B0503020204020204" pitchFamily="34" charset="-122"/>
                <a:ea typeface="微软雅黑" panose="020B0503020204020204" pitchFamily="34" charset="-122"/>
                <a:hlinkClick r:id="rId2"/>
              </a:rPr>
              <a:t>https://mesa.readthedocs.io/stable/tutorials/4_visualization_basic.html</a:t>
            </a:r>
            <a:endParaRPr lang="en-US" altLang="zh-CN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https://mesa.readthedocs.io/stable/apis/visualization.html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B7E6F166-E973-1DC1-ECF6-55E919BC25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149" y="2084654"/>
            <a:ext cx="5832851" cy="4020944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8B4773A3-494A-2315-4865-0943DBCEC5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6555" y="2098439"/>
            <a:ext cx="5281758" cy="2980577"/>
          </a:xfrm>
          <a:prstGeom prst="rect">
            <a:avLst/>
          </a:prstGeom>
        </p:spPr>
      </p:pic>
      <p:sp>
        <p:nvSpPr>
          <p:cNvPr id="13" name="文本框 12">
            <a:extLst>
              <a:ext uri="{FF2B5EF4-FFF2-40B4-BE49-F238E27FC236}">
                <a16:creationId xmlns:a16="http://schemas.microsoft.com/office/drawing/2014/main" id="{F299A4BA-51D0-F6A2-45A1-476775809DE5}"/>
              </a:ext>
            </a:extLst>
          </p:cNvPr>
          <p:cNvSpPr txBox="1"/>
          <p:nvPr/>
        </p:nvSpPr>
        <p:spPr>
          <a:xfrm>
            <a:off x="6356554" y="5459267"/>
            <a:ext cx="420476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Jupyternotebook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中启动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Terminal: </a:t>
            </a:r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solara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 run app.py</a:t>
            </a:r>
            <a:endParaRPr lang="zh-CN" altLang="en-US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1304128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E9717-65FF-851F-7B8F-3180018A1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EF0B4D3-DE16-9D91-9B8B-4ED7CDDE194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12420" y="1289785"/>
            <a:ext cx="11650980" cy="820955"/>
          </a:xfrm>
        </p:spPr>
        <p:txBody>
          <a:bodyPr>
            <a:normAutofit/>
          </a:bodyPr>
          <a:lstStyle/>
          <a:p>
            <a:r>
              <a:rPr lang="en-US" altLang="zh-CN" sz="1600" b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Wolf-Sheep Predation Model </a:t>
            </a:r>
            <a:r>
              <a:rPr lang="zh-CN" altLang="en-US" sz="1600" b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使用 </a:t>
            </a:r>
            <a:r>
              <a:rPr lang="en-US" altLang="zh-CN" sz="1600" b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Mesa </a:t>
            </a:r>
            <a:r>
              <a:rPr lang="zh-CN" altLang="en-US" sz="1600" b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模拟了在一个网格环境中，狼（捕食者）和羊（被捕食者）的种群动态。通过简单的规则，我们可以观察到它们的数量如何随着时间和空间互动而波动，甚至出现周期性的涨落。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F5479A5-34C3-B06B-AB93-78361F4B5EE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Mesa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标题 6">
            <a:extLst>
              <a:ext uri="{FF2B5EF4-FFF2-40B4-BE49-F238E27FC236}">
                <a16:creationId xmlns:a16="http://schemas.microsoft.com/office/drawing/2014/main" id="{0F469B4F-F275-17A8-BF53-841634A18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Wolf-Sheep-Model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4FAC7F2-2D14-AA9C-6193-CA24216C7EE1}"/>
              </a:ext>
            </a:extLst>
          </p:cNvPr>
          <p:cNvSpPr txBox="1"/>
          <p:nvPr/>
        </p:nvSpPr>
        <p:spPr>
          <a:xfrm>
            <a:off x="76200" y="6471219"/>
            <a:ext cx="87409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https://mesa.readthedocs.io/stable/examples/advanced/wolf_sheep.html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0B63065-D0BA-6901-CB00-1EFCF9D97414}"/>
              </a:ext>
            </a:extLst>
          </p:cNvPr>
          <p:cNvSpPr txBox="1"/>
          <p:nvPr/>
        </p:nvSpPr>
        <p:spPr>
          <a:xfrm>
            <a:off x="4309411" y="2110740"/>
            <a:ext cx="7882589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这是一个简单的生态模型，包含三种主体：狼、羊和草。狼和羊在网格中随机游荡。它们移动都会消耗能量，并通过进食补充能量。羊吃草，如果狼和羊出现在同一个网格单元中，狼就会吃羊。</a:t>
            </a:r>
          </a:p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如果狼和羊有足够的能量，它们就会繁殖，产生新的狼或羊（在这个简化的模型中，繁殖只需要一个亲本）。每个单元格中的草以恒定的速度再生。如果任何狼或羊耗尽能量，它们就会死亡。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buFontTx/>
              <a:buChar char="-"/>
            </a:pP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C70E3B7F-3D0C-CB60-36FF-C3F00FCED30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4167" t="19574" r="10579" b="24780"/>
          <a:stretch>
            <a:fillRect/>
          </a:stretch>
        </p:blipFill>
        <p:spPr>
          <a:xfrm>
            <a:off x="312420" y="2026575"/>
            <a:ext cx="3672840" cy="3853020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EDD1B8A1-A923-8C0F-CDE8-A589811E378B}"/>
              </a:ext>
            </a:extLst>
          </p:cNvPr>
          <p:cNvSpPr txBox="1"/>
          <p:nvPr/>
        </p:nvSpPr>
        <p:spPr>
          <a:xfrm>
            <a:off x="4309411" y="4580347"/>
            <a:ext cx="609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wolf_sheep/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├── model.py      # 模型定义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├── agent.py      # Agent 定义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└── run.py        # 运行和可视化脚本</a:t>
            </a:r>
          </a:p>
        </p:txBody>
      </p:sp>
    </p:spTree>
    <p:extLst>
      <p:ext uri="{BB962C8B-B14F-4D97-AF65-F5344CB8AC3E}">
        <p14:creationId xmlns:p14="http://schemas.microsoft.com/office/powerpoint/2010/main" val="35257202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2623315-320F-DBBD-2AE5-3814C22A3B5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Mesa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标题 6">
            <a:extLst>
              <a:ext uri="{FF2B5EF4-FFF2-40B4-BE49-F238E27FC236}">
                <a16:creationId xmlns:a16="http://schemas.microsoft.com/office/drawing/2014/main" id="{BF82BE04-8249-28B6-BF24-7CE2B6AFBA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Wolf-Sheep-Model Time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示意</a:t>
            </a: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B1BCC1E4-F002-3BCA-19FF-4814591B5ED3}"/>
              </a:ext>
            </a:extLst>
          </p:cNvPr>
          <p:cNvCxnSpPr>
            <a:cxnSpLocks/>
          </p:cNvCxnSpPr>
          <p:nvPr/>
        </p:nvCxnSpPr>
        <p:spPr>
          <a:xfrm>
            <a:off x="1737103" y="1864196"/>
            <a:ext cx="8443451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内容占位符 2">
            <a:extLst>
              <a:ext uri="{FF2B5EF4-FFF2-40B4-BE49-F238E27FC236}">
                <a16:creationId xmlns:a16="http://schemas.microsoft.com/office/drawing/2014/main" id="{B36EBB5D-9791-C97C-B16D-810623FBF372}"/>
              </a:ext>
            </a:extLst>
          </p:cNvPr>
          <p:cNvSpPr txBox="1">
            <a:spLocks/>
          </p:cNvSpPr>
          <p:nvPr/>
        </p:nvSpPr>
        <p:spPr>
          <a:xfrm>
            <a:off x="200567" y="2325559"/>
            <a:ext cx="929148" cy="3399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b="1" kern="1200">
                <a:solidFill>
                  <a:schemeClr val="tx1">
                    <a:lumMod val="50000"/>
                    <a:lumOff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>
                    <a:lumMod val="50000"/>
                    <a:lumOff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50000"/>
                    <a:lumOff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时刻</a:t>
            </a:r>
            <a:r>
              <a:rPr lang="en-US" altLang="zh-CN" sz="1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t</a:t>
            </a:r>
            <a:endParaRPr lang="zh-CN" altLang="en-US" sz="18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内容占位符 2">
            <a:extLst>
              <a:ext uri="{FF2B5EF4-FFF2-40B4-BE49-F238E27FC236}">
                <a16:creationId xmlns:a16="http://schemas.microsoft.com/office/drawing/2014/main" id="{D6D0C011-505C-EB13-840C-DD3C599D582B}"/>
              </a:ext>
            </a:extLst>
          </p:cNvPr>
          <p:cNvSpPr txBox="1">
            <a:spLocks/>
          </p:cNvSpPr>
          <p:nvPr/>
        </p:nvSpPr>
        <p:spPr>
          <a:xfrm>
            <a:off x="10304330" y="2138516"/>
            <a:ext cx="856536" cy="34153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b="1" kern="1200">
                <a:solidFill>
                  <a:schemeClr val="tx1">
                    <a:lumMod val="50000"/>
                    <a:lumOff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>
                    <a:lumMod val="50000"/>
                    <a:lumOff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50000"/>
                    <a:lumOff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sz="1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Time</a:t>
            </a:r>
            <a:endParaRPr lang="zh-CN" altLang="en-US" sz="18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8B693577-2F72-F12E-4E71-92A64E83D5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5353804"/>
              </p:ext>
            </p:extLst>
          </p:nvPr>
        </p:nvGraphicFramePr>
        <p:xfrm>
          <a:off x="1710813" y="2294630"/>
          <a:ext cx="836233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0212">
                  <a:extLst>
                    <a:ext uri="{9D8B030D-6E8A-4147-A177-3AD203B41FA5}">
                      <a16:colId xmlns:a16="http://schemas.microsoft.com/office/drawing/2014/main" val="4153366415"/>
                    </a:ext>
                  </a:extLst>
                </a:gridCol>
                <a:gridCol w="760212">
                  <a:extLst>
                    <a:ext uri="{9D8B030D-6E8A-4147-A177-3AD203B41FA5}">
                      <a16:colId xmlns:a16="http://schemas.microsoft.com/office/drawing/2014/main" val="3084162473"/>
                    </a:ext>
                  </a:extLst>
                </a:gridCol>
                <a:gridCol w="760212">
                  <a:extLst>
                    <a:ext uri="{9D8B030D-6E8A-4147-A177-3AD203B41FA5}">
                      <a16:colId xmlns:a16="http://schemas.microsoft.com/office/drawing/2014/main" val="4133016321"/>
                    </a:ext>
                  </a:extLst>
                </a:gridCol>
                <a:gridCol w="760212">
                  <a:extLst>
                    <a:ext uri="{9D8B030D-6E8A-4147-A177-3AD203B41FA5}">
                      <a16:colId xmlns:a16="http://schemas.microsoft.com/office/drawing/2014/main" val="2993765973"/>
                    </a:ext>
                  </a:extLst>
                </a:gridCol>
                <a:gridCol w="760212">
                  <a:extLst>
                    <a:ext uri="{9D8B030D-6E8A-4147-A177-3AD203B41FA5}">
                      <a16:colId xmlns:a16="http://schemas.microsoft.com/office/drawing/2014/main" val="2777009352"/>
                    </a:ext>
                  </a:extLst>
                </a:gridCol>
                <a:gridCol w="760212">
                  <a:extLst>
                    <a:ext uri="{9D8B030D-6E8A-4147-A177-3AD203B41FA5}">
                      <a16:colId xmlns:a16="http://schemas.microsoft.com/office/drawing/2014/main" val="639826582"/>
                    </a:ext>
                  </a:extLst>
                </a:gridCol>
                <a:gridCol w="760212">
                  <a:extLst>
                    <a:ext uri="{9D8B030D-6E8A-4147-A177-3AD203B41FA5}">
                      <a16:colId xmlns:a16="http://schemas.microsoft.com/office/drawing/2014/main" val="812329199"/>
                    </a:ext>
                  </a:extLst>
                </a:gridCol>
                <a:gridCol w="760212">
                  <a:extLst>
                    <a:ext uri="{9D8B030D-6E8A-4147-A177-3AD203B41FA5}">
                      <a16:colId xmlns:a16="http://schemas.microsoft.com/office/drawing/2014/main" val="651712142"/>
                    </a:ext>
                  </a:extLst>
                </a:gridCol>
                <a:gridCol w="760212">
                  <a:extLst>
                    <a:ext uri="{9D8B030D-6E8A-4147-A177-3AD203B41FA5}">
                      <a16:colId xmlns:a16="http://schemas.microsoft.com/office/drawing/2014/main" val="716082339"/>
                    </a:ext>
                  </a:extLst>
                </a:gridCol>
                <a:gridCol w="760212">
                  <a:extLst>
                    <a:ext uri="{9D8B030D-6E8A-4147-A177-3AD203B41FA5}">
                      <a16:colId xmlns:a16="http://schemas.microsoft.com/office/drawing/2014/main" val="3677196817"/>
                    </a:ext>
                  </a:extLst>
                </a:gridCol>
                <a:gridCol w="760212">
                  <a:extLst>
                    <a:ext uri="{9D8B030D-6E8A-4147-A177-3AD203B41FA5}">
                      <a16:colId xmlns:a16="http://schemas.microsoft.com/office/drawing/2014/main" val="191676628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2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…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T-1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T+1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T+2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…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T+k-2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T+k-1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err="1"/>
                        <a:t>T+k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9786036"/>
                  </a:ext>
                </a:extLst>
              </a:tr>
            </a:tbl>
          </a:graphicData>
        </a:graphic>
      </p:graphicFrame>
      <p:sp>
        <p:nvSpPr>
          <p:cNvPr id="19" name="内容占位符 2">
            <a:extLst>
              <a:ext uri="{FF2B5EF4-FFF2-40B4-BE49-F238E27FC236}">
                <a16:creationId xmlns:a16="http://schemas.microsoft.com/office/drawing/2014/main" id="{C20AC99A-4511-69EF-3859-9060E2120A16}"/>
              </a:ext>
            </a:extLst>
          </p:cNvPr>
          <p:cNvSpPr txBox="1">
            <a:spLocks/>
          </p:cNvSpPr>
          <p:nvPr/>
        </p:nvSpPr>
        <p:spPr>
          <a:xfrm>
            <a:off x="200567" y="3089089"/>
            <a:ext cx="713833" cy="3399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b="1" kern="1200">
                <a:solidFill>
                  <a:schemeClr val="tx1">
                    <a:lumMod val="50000"/>
                    <a:lumOff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>
                    <a:lumMod val="50000"/>
                    <a:lumOff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50000"/>
                    <a:lumOff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事件</a:t>
            </a:r>
          </a:p>
        </p:txBody>
      </p:sp>
      <p:graphicFrame>
        <p:nvGraphicFramePr>
          <p:cNvPr id="21" name="表格 20">
            <a:extLst>
              <a:ext uri="{FF2B5EF4-FFF2-40B4-BE49-F238E27FC236}">
                <a16:creationId xmlns:a16="http://schemas.microsoft.com/office/drawing/2014/main" id="{358787FA-CFF0-D15B-BBE7-1D71FC3899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5681930"/>
              </p:ext>
            </p:extLst>
          </p:nvPr>
        </p:nvGraphicFramePr>
        <p:xfrm>
          <a:off x="1710813" y="2987248"/>
          <a:ext cx="8362332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0212">
                  <a:extLst>
                    <a:ext uri="{9D8B030D-6E8A-4147-A177-3AD203B41FA5}">
                      <a16:colId xmlns:a16="http://schemas.microsoft.com/office/drawing/2014/main" val="4153366415"/>
                    </a:ext>
                  </a:extLst>
                </a:gridCol>
                <a:gridCol w="760212">
                  <a:extLst>
                    <a:ext uri="{9D8B030D-6E8A-4147-A177-3AD203B41FA5}">
                      <a16:colId xmlns:a16="http://schemas.microsoft.com/office/drawing/2014/main" val="3084162473"/>
                    </a:ext>
                  </a:extLst>
                </a:gridCol>
                <a:gridCol w="760212">
                  <a:extLst>
                    <a:ext uri="{9D8B030D-6E8A-4147-A177-3AD203B41FA5}">
                      <a16:colId xmlns:a16="http://schemas.microsoft.com/office/drawing/2014/main" val="4133016321"/>
                    </a:ext>
                  </a:extLst>
                </a:gridCol>
                <a:gridCol w="760212">
                  <a:extLst>
                    <a:ext uri="{9D8B030D-6E8A-4147-A177-3AD203B41FA5}">
                      <a16:colId xmlns:a16="http://schemas.microsoft.com/office/drawing/2014/main" val="966440197"/>
                    </a:ext>
                  </a:extLst>
                </a:gridCol>
                <a:gridCol w="760212">
                  <a:extLst>
                    <a:ext uri="{9D8B030D-6E8A-4147-A177-3AD203B41FA5}">
                      <a16:colId xmlns:a16="http://schemas.microsoft.com/office/drawing/2014/main" val="2777009352"/>
                    </a:ext>
                  </a:extLst>
                </a:gridCol>
                <a:gridCol w="760212">
                  <a:extLst>
                    <a:ext uri="{9D8B030D-6E8A-4147-A177-3AD203B41FA5}">
                      <a16:colId xmlns:a16="http://schemas.microsoft.com/office/drawing/2014/main" val="639826582"/>
                    </a:ext>
                  </a:extLst>
                </a:gridCol>
                <a:gridCol w="760212">
                  <a:extLst>
                    <a:ext uri="{9D8B030D-6E8A-4147-A177-3AD203B41FA5}">
                      <a16:colId xmlns:a16="http://schemas.microsoft.com/office/drawing/2014/main" val="812329199"/>
                    </a:ext>
                  </a:extLst>
                </a:gridCol>
                <a:gridCol w="760212">
                  <a:extLst>
                    <a:ext uri="{9D8B030D-6E8A-4147-A177-3AD203B41FA5}">
                      <a16:colId xmlns:a16="http://schemas.microsoft.com/office/drawing/2014/main" val="651712142"/>
                    </a:ext>
                  </a:extLst>
                </a:gridCol>
                <a:gridCol w="591280">
                  <a:extLst>
                    <a:ext uri="{9D8B030D-6E8A-4147-A177-3AD203B41FA5}">
                      <a16:colId xmlns:a16="http://schemas.microsoft.com/office/drawing/2014/main" val="716082339"/>
                    </a:ext>
                  </a:extLst>
                </a:gridCol>
                <a:gridCol w="929144">
                  <a:extLst>
                    <a:ext uri="{9D8B030D-6E8A-4147-A177-3AD203B41FA5}">
                      <a16:colId xmlns:a16="http://schemas.microsoft.com/office/drawing/2014/main" val="3677196817"/>
                    </a:ext>
                  </a:extLst>
                </a:gridCol>
                <a:gridCol w="760212">
                  <a:extLst>
                    <a:ext uri="{9D8B030D-6E8A-4147-A177-3AD203B41FA5}">
                      <a16:colId xmlns:a16="http://schemas.microsoft.com/office/drawing/2014/main" val="191676628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zh-CN" altLang="en-US" sz="1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400" baseline="-25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e</a:t>
                      </a:r>
                      <a:r>
                        <a:rPr lang="en-US" altLang="zh-CN" sz="1400" baseline="-25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lang="zh-CN" altLang="en-US" sz="1400" baseline="-25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e</a:t>
                      </a:r>
                      <a:r>
                        <a:rPr lang="en-US" altLang="zh-CN" sz="1400" baseline="-25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</a:t>
                      </a:r>
                      <a:endParaRPr lang="zh-CN" altLang="en-US" sz="1400" baseline="-25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e</a:t>
                      </a:r>
                      <a:r>
                        <a:rPr lang="en-US" altLang="zh-CN" sz="1400" baseline="-25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</a:t>
                      </a:r>
                      <a:endParaRPr lang="zh-CN" altLang="en-US" sz="1400" baseline="-25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e</a:t>
                      </a:r>
                      <a:r>
                        <a:rPr lang="en-US" altLang="zh-CN" sz="1400" baseline="-25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</a:t>
                      </a:r>
                      <a:endParaRPr lang="zh-CN" altLang="en-US" sz="1400" baseline="-25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e</a:t>
                      </a:r>
                      <a:r>
                        <a:rPr lang="en-US" altLang="zh-CN" sz="1400" baseline="-25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</a:t>
                      </a:r>
                      <a:endParaRPr lang="zh-CN" altLang="en-US" sz="1400" baseline="-25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…</a:t>
                      </a:r>
                      <a:endParaRPr lang="zh-CN" altLang="en-US" sz="1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97860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 sz="1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400" kern="1200" dirty="0">
                        <a:solidFill>
                          <a:schemeClr val="dk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b="1" kern="1200" dirty="0">
                          <a:solidFill>
                            <a:schemeClr val="dk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草长好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狼吃羊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b="1" kern="1200" dirty="0">
                          <a:solidFill>
                            <a:schemeClr val="dk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草被吃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狼吃羊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b="1" kern="1200" dirty="0">
                          <a:solidFill>
                            <a:schemeClr val="dk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草长好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4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9056166"/>
                  </a:ext>
                </a:extLst>
              </a:tr>
            </a:tbl>
          </a:graphicData>
        </a:graphic>
      </p:graphicFrame>
      <p:sp>
        <p:nvSpPr>
          <p:cNvPr id="31" name="右大括号 30">
            <a:extLst>
              <a:ext uri="{FF2B5EF4-FFF2-40B4-BE49-F238E27FC236}">
                <a16:creationId xmlns:a16="http://schemas.microsoft.com/office/drawing/2014/main" id="{B7863381-7842-614F-DD89-F7AFD334DFAC}"/>
              </a:ext>
            </a:extLst>
          </p:cNvPr>
          <p:cNvSpPr/>
          <p:nvPr/>
        </p:nvSpPr>
        <p:spPr>
          <a:xfrm rot="5400000">
            <a:off x="4250514" y="3118874"/>
            <a:ext cx="453489" cy="1860410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" name="内容占位符 2">
            <a:extLst>
              <a:ext uri="{FF2B5EF4-FFF2-40B4-BE49-F238E27FC236}">
                <a16:creationId xmlns:a16="http://schemas.microsoft.com/office/drawing/2014/main" id="{6FC861B6-9732-E00E-B85C-063081A8C09C}"/>
              </a:ext>
            </a:extLst>
          </p:cNvPr>
          <p:cNvSpPr txBox="1">
            <a:spLocks/>
          </p:cNvSpPr>
          <p:nvPr/>
        </p:nvSpPr>
        <p:spPr>
          <a:xfrm>
            <a:off x="3943190" y="4300168"/>
            <a:ext cx="1086010" cy="23496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b="1" kern="1200">
                <a:solidFill>
                  <a:schemeClr val="tx1">
                    <a:lumMod val="50000"/>
                    <a:lumOff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>
                    <a:lumMod val="50000"/>
                    <a:lumOff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50000"/>
                    <a:lumOff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间隔时间</a:t>
            </a:r>
          </a:p>
        </p:txBody>
      </p:sp>
    </p:spTree>
    <p:extLst>
      <p:ext uri="{BB962C8B-B14F-4D97-AF65-F5344CB8AC3E}">
        <p14:creationId xmlns:p14="http://schemas.microsoft.com/office/powerpoint/2010/main" val="38897868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22607-CF02-96CB-96D7-BE31CCA0B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63683B8-37D1-C357-DFAE-E12DE374435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Mesa</a:t>
            </a:r>
            <a:endParaRPr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标题 6">
            <a:extLst>
              <a:ext uri="{FF2B5EF4-FFF2-40B4-BE49-F238E27FC236}">
                <a16:creationId xmlns:a16="http://schemas.microsoft.com/office/drawing/2014/main" id="{911042A0-6FBA-5C60-0674-17A37EBC4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Wolf-Sheep-Model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A21A30D-8CCC-92E0-62B0-91107A59AA14}"/>
              </a:ext>
            </a:extLst>
          </p:cNvPr>
          <p:cNvSpPr txBox="1"/>
          <p:nvPr/>
        </p:nvSpPr>
        <p:spPr>
          <a:xfrm>
            <a:off x="19040" y="6431788"/>
            <a:ext cx="874094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000" dirty="0">
                <a:latin typeface="微软雅黑" panose="020B0503020204020204" pitchFamily="34" charset="-122"/>
                <a:ea typeface="微软雅黑" panose="020B0503020204020204" pitchFamily="34" charset="-122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https://mesa.readthedocs.io/stable/examples/advanced/wolf_sheep.html</a:t>
            </a:r>
            <a:endParaRPr lang="en-US" altLang="zh-CN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内容占位符 7">
            <a:extLst>
              <a:ext uri="{FF2B5EF4-FFF2-40B4-BE49-F238E27FC236}">
                <a16:creationId xmlns:a16="http://schemas.microsoft.com/office/drawing/2014/main" id="{B7514EEF-3197-BE52-6FC0-02FEA6C96CE3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179060" y="1289784"/>
            <a:ext cx="4682499" cy="491928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流程梳理：</a:t>
            </a:r>
            <a:endParaRPr lang="en-US" altLang="zh-CN" sz="1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457200" indent="-457200">
              <a:buAutoNum type="arabicPeriod"/>
            </a:pPr>
            <a:r>
              <a:rPr lang="zh-CN" altLang="en-US" sz="14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初始化阶段： </a:t>
            </a:r>
            <a:endParaRPr lang="en-US" altLang="zh-CN" sz="1400" b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/>
            <a:r>
              <a:rPr lang="zh-CN" altLang="en-US" sz="14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创建模型和模拟器  </a:t>
            </a:r>
            <a:endParaRPr lang="en-US" altLang="zh-CN" sz="1400" b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/>
            <a:r>
              <a:rPr lang="zh-CN" altLang="en-US" sz="14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在地图上放置狼、羊和草  </a:t>
            </a:r>
            <a:endParaRPr lang="en-US" altLang="zh-CN" sz="1400" b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/>
            <a:r>
              <a:rPr lang="zh-CN" altLang="en-US" sz="14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如果草未完全生长，调度初始生长事件</a:t>
            </a:r>
            <a:endParaRPr lang="en-US" altLang="zh-CN" sz="1400" b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457200" indent="-457200">
              <a:buAutoNum type="arabicPeriod"/>
            </a:pPr>
            <a:r>
              <a:rPr lang="zh-CN" altLang="en-US" sz="14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模拟循环：   </a:t>
            </a:r>
            <a:endParaRPr lang="en-US" altLang="zh-CN" sz="1400" b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/>
            <a:r>
              <a:rPr lang="zh-CN" altLang="en-US" sz="10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每个时间步：     </a:t>
            </a:r>
            <a:endParaRPr lang="en-US" altLang="zh-CN" sz="1000" b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2"/>
            <a:r>
              <a:rPr lang="zh-CN" altLang="en-US" sz="12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狼和羊移动、交互（固定时间步进）    </a:t>
            </a:r>
            <a:endParaRPr lang="en-US" altLang="zh-CN" sz="1200" b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2"/>
            <a:r>
              <a:rPr lang="zh-CN" altLang="en-US" sz="12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羊吃草（如果草已完全生长）    </a:t>
            </a:r>
            <a:endParaRPr lang="en-US" altLang="zh-CN" sz="1200" b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2"/>
            <a:r>
              <a:rPr lang="zh-CN" altLang="en-US" sz="12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狼捕食羊（如果在同一位置）   </a:t>
            </a:r>
            <a:endParaRPr lang="en-US" altLang="zh-CN" sz="1200" b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2"/>
            <a:r>
              <a:rPr lang="zh-CN" altLang="en-US" sz="12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模拟器处理已调度的事件：     </a:t>
            </a:r>
            <a:endParaRPr lang="en-US" altLang="zh-CN" sz="1200" b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2"/>
            <a:r>
              <a:rPr lang="zh-CN" altLang="en-US" sz="12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检查是否有到期的草生长事件     </a:t>
            </a:r>
            <a:endParaRPr lang="en-US" altLang="zh-CN" sz="1200" b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/>
            <a:r>
              <a:rPr lang="zh-CN" altLang="en-US" sz="10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事件驱动：  </a:t>
            </a:r>
            <a:endParaRPr lang="en-US" altLang="zh-CN" sz="1000" b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2"/>
            <a:r>
              <a:rPr lang="zh-CN" altLang="en-US" sz="12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 </a:t>
            </a:r>
            <a:r>
              <a:rPr lang="zh-CN" altLang="en-US" sz="12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草被吃掉时，触发 </a:t>
            </a:r>
            <a:r>
              <a:rPr lang="en-US" altLang="zh-CN" sz="12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`</a:t>
            </a:r>
            <a:r>
              <a:rPr lang="en-US" altLang="zh-CN" sz="1200" b="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fully_grown</a:t>
            </a:r>
            <a:r>
              <a:rPr lang="en-US" altLang="zh-CN" sz="12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` setter </a:t>
            </a:r>
          </a:p>
          <a:p>
            <a:pPr lvl="2"/>
            <a:r>
              <a:rPr lang="en-US" altLang="zh-CN" sz="12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- setter </a:t>
            </a:r>
            <a:r>
              <a:rPr lang="zh-CN" altLang="en-US" sz="12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调度一个重新生长事件   </a:t>
            </a:r>
            <a:endParaRPr lang="en-US" altLang="zh-CN" sz="1200" b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2"/>
            <a:r>
              <a:rPr lang="en-US" altLang="zh-CN" sz="12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 </a:t>
            </a:r>
            <a:r>
              <a:rPr lang="zh-CN" altLang="en-US" sz="12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事件在指定时间后执行，草重新生长</a:t>
            </a:r>
            <a:endParaRPr lang="en-US" altLang="zh-CN" sz="1200" b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内容占位符 7">
            <a:extLst>
              <a:ext uri="{FF2B5EF4-FFF2-40B4-BE49-F238E27FC236}">
                <a16:creationId xmlns:a16="http://schemas.microsoft.com/office/drawing/2014/main" id="{EBAA645F-0057-8939-8771-12895F2FF147}"/>
              </a:ext>
            </a:extLst>
          </p:cNvPr>
          <p:cNvSpPr txBox="1">
            <a:spLocks/>
          </p:cNvSpPr>
          <p:nvPr/>
        </p:nvSpPr>
        <p:spPr>
          <a:xfrm>
            <a:off x="4961403" y="1418338"/>
            <a:ext cx="3798580" cy="3176404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b="1" kern="1200">
                <a:solidFill>
                  <a:schemeClr val="tx1">
                    <a:lumMod val="50000"/>
                    <a:lumOff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>
                    <a:lumMod val="50000"/>
                    <a:lumOff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50000"/>
                    <a:lumOff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dirty="0">
                <a:solidFill>
                  <a:srgbClr val="006C4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Model:</a:t>
            </a:r>
          </a:p>
          <a:p>
            <a:r>
              <a:rPr lang="zh-CN" altLang="en-US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初始化空间（网格）</a:t>
            </a:r>
          </a:p>
          <a:p>
            <a:r>
              <a:rPr lang="zh-CN" altLang="en-US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创建智能体</a:t>
            </a:r>
          </a:p>
          <a:p>
            <a:r>
              <a:rPr lang="zh-CN" altLang="en-US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定义时间步行为</a:t>
            </a:r>
          </a:p>
          <a:p>
            <a:r>
              <a:rPr lang="zh-CN" altLang="en-US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收集数据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altLang="zh-CN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CN" dirty="0">
                <a:solidFill>
                  <a:srgbClr val="006C4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run</a:t>
            </a:r>
            <a:r>
              <a:rPr lang="zh-CN" altLang="en-US" dirty="0">
                <a:solidFill>
                  <a:srgbClr val="006C4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endParaRPr lang="en-US" altLang="zh-CN" dirty="0">
              <a:solidFill>
                <a:srgbClr val="006C4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SpaceRenderer</a:t>
            </a:r>
            <a:r>
              <a:rPr lang="zh-CN" altLang="en-US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：空间可视化</a:t>
            </a:r>
          </a:p>
          <a:p>
            <a:r>
              <a:rPr lang="en-US" altLang="zh-CN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SolaraViz</a:t>
            </a:r>
            <a:r>
              <a:rPr lang="zh-CN" altLang="en-US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：交互式可视化界面</a:t>
            </a:r>
          </a:p>
          <a:p>
            <a:r>
              <a:rPr lang="en-US" altLang="zh-CN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DataCollector</a:t>
            </a:r>
            <a:r>
              <a:rPr lang="zh-CN" altLang="en-US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：数据收集和图表</a:t>
            </a:r>
          </a:p>
        </p:txBody>
      </p:sp>
      <p:sp>
        <p:nvSpPr>
          <p:cNvPr id="13" name="内容占位符 7">
            <a:extLst>
              <a:ext uri="{FF2B5EF4-FFF2-40B4-BE49-F238E27FC236}">
                <a16:creationId xmlns:a16="http://schemas.microsoft.com/office/drawing/2014/main" id="{EF4D579E-D2AF-1289-828C-466562AD3B8A}"/>
              </a:ext>
            </a:extLst>
          </p:cNvPr>
          <p:cNvSpPr txBox="1">
            <a:spLocks/>
          </p:cNvSpPr>
          <p:nvPr/>
        </p:nvSpPr>
        <p:spPr>
          <a:xfrm>
            <a:off x="8995401" y="1289784"/>
            <a:ext cx="3017539" cy="501345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b="1" kern="1200">
                <a:solidFill>
                  <a:schemeClr val="tx1">
                    <a:lumMod val="50000"/>
                    <a:lumOff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>
                    <a:lumMod val="50000"/>
                    <a:lumOff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50000"/>
                    <a:lumOff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sz="1600" dirty="0">
                <a:solidFill>
                  <a:srgbClr val="006C4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</a:t>
            </a:r>
          </a:p>
          <a:p>
            <a:pPr marL="0" indent="0">
              <a:buNone/>
            </a:pPr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 Animal</a:t>
            </a:r>
            <a:r>
              <a:rPr lang="zh-CN" altLang="en-US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（基类）：</a:t>
            </a:r>
          </a:p>
          <a:p>
            <a:pPr marL="0" indent="0">
              <a:buNone/>
            </a:pPr>
            <a:r>
              <a:rPr lang="zh-CN" altLang="en-US" sz="16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  </a:t>
            </a:r>
            <a:r>
              <a:rPr lang="en-US" altLang="zh-CN" sz="16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 </a:t>
            </a:r>
            <a:r>
              <a:rPr lang="zh-CN" altLang="en-US" sz="16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能量管理</a:t>
            </a:r>
          </a:p>
          <a:p>
            <a:pPr marL="0" indent="0">
              <a:buNone/>
            </a:pPr>
            <a:r>
              <a:rPr lang="zh-CN" altLang="en-US" sz="16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  </a:t>
            </a:r>
            <a:r>
              <a:rPr lang="en-US" altLang="zh-CN" sz="16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 </a:t>
            </a:r>
            <a:r>
              <a:rPr lang="zh-CN" altLang="en-US" sz="16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移动行为</a:t>
            </a:r>
          </a:p>
          <a:p>
            <a:pPr marL="0" indent="0">
              <a:buNone/>
            </a:pPr>
            <a:r>
              <a:rPr lang="zh-CN" altLang="en-US" sz="16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  </a:t>
            </a:r>
            <a:r>
              <a:rPr lang="en-US" altLang="zh-CN" sz="16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 </a:t>
            </a:r>
            <a:r>
              <a:rPr lang="zh-CN" altLang="en-US" sz="16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繁殖逻辑</a:t>
            </a:r>
          </a:p>
          <a:p>
            <a:pPr marL="0" indent="0">
              <a:buNone/>
            </a:pPr>
            <a:r>
              <a:rPr lang="zh-CN" altLang="en-US" sz="16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  </a:t>
            </a:r>
            <a:r>
              <a:rPr lang="en-US" altLang="zh-CN" sz="16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 </a:t>
            </a:r>
            <a:r>
              <a:rPr lang="zh-CN" altLang="en-US" sz="16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死亡判断</a:t>
            </a:r>
          </a:p>
          <a:p>
            <a:pPr marL="0" indent="0">
              <a:buNone/>
            </a:pPr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 Sheep</a:t>
            </a:r>
            <a:r>
              <a:rPr lang="zh-CN" altLang="en-US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（羊）：</a:t>
            </a:r>
          </a:p>
          <a:p>
            <a:pPr marL="0" indent="0">
              <a:buNone/>
            </a:pPr>
            <a:r>
              <a:rPr lang="zh-CN" altLang="en-US" sz="16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  </a:t>
            </a:r>
            <a:r>
              <a:rPr lang="en-US" altLang="zh-CN" sz="16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 </a:t>
            </a:r>
            <a:r>
              <a:rPr lang="zh-CN" altLang="en-US" sz="16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吃草行为</a:t>
            </a:r>
          </a:p>
          <a:p>
            <a:pPr marL="0" indent="0">
              <a:buNone/>
            </a:pPr>
            <a:r>
              <a:rPr lang="zh-CN" altLang="en-US" sz="16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  </a:t>
            </a:r>
            <a:r>
              <a:rPr lang="en-US" altLang="zh-CN" sz="16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 </a:t>
            </a:r>
            <a:r>
              <a:rPr lang="zh-CN" altLang="en-US" sz="16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避狼移动</a:t>
            </a:r>
          </a:p>
          <a:p>
            <a:pPr marL="0" indent="0">
              <a:buNone/>
            </a:pPr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 Wolf</a:t>
            </a:r>
            <a:r>
              <a:rPr lang="zh-CN" altLang="en-US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（狼）</a:t>
            </a:r>
            <a:r>
              <a:rPr lang="zh-CN" altLang="en-US" sz="16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</a:p>
          <a:p>
            <a:pPr marL="0" indent="0">
              <a:buNone/>
            </a:pPr>
            <a:r>
              <a:rPr lang="zh-CN" altLang="en-US" sz="16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  </a:t>
            </a:r>
            <a:r>
              <a:rPr lang="en-US" altLang="zh-CN" sz="16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 </a:t>
            </a:r>
            <a:r>
              <a:rPr lang="zh-CN" altLang="en-US" sz="16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捕食行为</a:t>
            </a:r>
          </a:p>
          <a:p>
            <a:pPr marL="0" indent="0">
              <a:buNone/>
            </a:pPr>
            <a:r>
              <a:rPr lang="zh-CN" altLang="en-US" sz="16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  </a:t>
            </a:r>
            <a:r>
              <a:rPr lang="en-US" altLang="zh-CN" sz="16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 </a:t>
            </a:r>
            <a:r>
              <a:rPr lang="zh-CN" altLang="en-US" sz="16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追羊移动</a:t>
            </a:r>
          </a:p>
          <a:p>
            <a:pPr marL="0" indent="0">
              <a:buNone/>
            </a:pPr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 </a:t>
            </a:r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GrassPatch</a:t>
            </a:r>
            <a:r>
              <a:rPr lang="zh-CN" altLang="en-US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（草地）：</a:t>
            </a:r>
          </a:p>
          <a:p>
            <a:pPr marL="0" indent="0">
              <a:buNone/>
            </a:pPr>
            <a:r>
              <a:rPr lang="zh-CN" altLang="en-US" sz="16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  </a:t>
            </a:r>
            <a:r>
              <a:rPr lang="en-US" altLang="zh-CN" sz="16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 </a:t>
            </a:r>
            <a:r>
              <a:rPr lang="zh-CN" altLang="en-US" sz="16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生长状态管理</a:t>
            </a:r>
          </a:p>
          <a:p>
            <a:pPr marL="0" indent="0">
              <a:buNone/>
            </a:pPr>
            <a:r>
              <a:rPr lang="zh-CN" altLang="en-US" sz="16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  </a:t>
            </a:r>
            <a:r>
              <a:rPr lang="en-US" altLang="zh-CN" sz="16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 </a:t>
            </a:r>
            <a:r>
              <a:rPr lang="zh-CN" altLang="en-US" sz="1600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自动再生调度</a:t>
            </a:r>
          </a:p>
        </p:txBody>
      </p:sp>
    </p:spTree>
    <p:extLst>
      <p:ext uri="{BB962C8B-B14F-4D97-AF65-F5344CB8AC3E}">
        <p14:creationId xmlns:p14="http://schemas.microsoft.com/office/powerpoint/2010/main" val="2681355289"/>
      </p:ext>
    </p:extLst>
  </p:cSld>
  <p:clrMapOvr>
    <a:masterClrMapping/>
  </p:clrMapOvr>
</p:sld>
</file>

<file path=ppt/theme/theme1.xml><?xml version="1.0" encoding="utf-8"?>
<a:theme xmlns:a="http://schemas.openxmlformats.org/drawingml/2006/main" name="Academic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文献管理与论文写作_L1-阅读文献" id="{67D324D3-8257-8942-88AD-676CFCE64CE8}" vid="{0713C1CB-0361-7D45-B4C1-03EE6C20A91E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Academic</Template>
  <TotalTime>8138</TotalTime>
  <Words>2233</Words>
  <Application>Microsoft Office PowerPoint</Application>
  <PresentationFormat>宽屏</PresentationFormat>
  <Paragraphs>273</Paragraphs>
  <Slides>12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24" baseType="lpstr">
      <vt:lpstr>等线</vt:lpstr>
      <vt:lpstr>微软雅黑</vt:lpstr>
      <vt:lpstr>微软雅黑</vt:lpstr>
      <vt:lpstr>Arial</vt:lpstr>
      <vt:lpstr>Calibri</vt:lpstr>
      <vt:lpstr>Georgia</vt:lpstr>
      <vt:lpstr>Segoe UI</vt:lpstr>
      <vt:lpstr>Times</vt:lpstr>
      <vt:lpstr>Times New Roman</vt:lpstr>
      <vt:lpstr>Tw Cen MT</vt:lpstr>
      <vt:lpstr>Wingdings</vt:lpstr>
      <vt:lpstr>Academic</vt:lpstr>
      <vt:lpstr>PowerPoint 演示文稿</vt:lpstr>
      <vt:lpstr>整体结构</vt:lpstr>
      <vt:lpstr>Basic skeleton-1</vt:lpstr>
      <vt:lpstr>Basic skeleton-2</vt:lpstr>
      <vt:lpstr>Space (空间): 定义了代理在其中移动和交互的结构</vt:lpstr>
      <vt:lpstr>Agent：模拟的独立个体，具有属性和行为，可以与环境发生交互</vt:lpstr>
      <vt:lpstr>DataCollector: 数据收集器</vt:lpstr>
      <vt:lpstr>Analysis &amp; Visualization</vt:lpstr>
      <vt:lpstr>Analysis &amp; Visualization 启动操作</vt:lpstr>
      <vt:lpstr>Wolf-Sheep-Model</vt:lpstr>
      <vt:lpstr>Wolf-Sheep-Model Time示意</vt:lpstr>
      <vt:lpstr>Wolf-Sheep-Model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ABSESpy</dc:title>
  <dc:creator>Shuang Song</dc:creator>
  <cp:lastModifiedBy>Xin Lin</cp:lastModifiedBy>
  <cp:revision>567</cp:revision>
  <dcterms:created xsi:type="dcterms:W3CDTF">2023-09-26T22:06:30Z</dcterms:created>
  <dcterms:modified xsi:type="dcterms:W3CDTF">2025-12-05T02:48:40Z</dcterms:modified>
</cp:coreProperties>
</file>