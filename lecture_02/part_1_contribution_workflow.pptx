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5" r:id="rId3"/>
    <p:sldId id="28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83" r:id="rId16"/>
    <p:sldId id="293" r:id="rId17"/>
    <p:sldId id="294" r:id="rId18"/>
    <p:sldId id="295" r:id="rId19"/>
    <p:sldId id="300" r:id="rId20"/>
    <p:sldId id="301" r:id="rId21"/>
    <p:sldId id="296" r:id="rId22"/>
    <p:sldId id="297" r:id="rId23"/>
    <p:sldId id="304" r:id="rId24"/>
    <p:sldId id="310" r:id="rId25"/>
    <p:sldId id="315" r:id="rId26"/>
    <p:sldId id="314" r:id="rId27"/>
  </p:sldIdLst>
  <p:sldSz cx="12192000" cy="6858000"/>
  <p:notesSz cx="6858000" cy="9144000"/>
  <p:embeddedFontLst>
    <p:embeddedFont>
      <p:font typeface="Garamond" panose="02020404030301010803" pitchFamily="18" charset="0"/>
      <p:regular r:id="rId29"/>
      <p:bold r:id="rId30"/>
      <p:italic r:id="rId31"/>
      <p:boldItalic r:id="rId32"/>
    </p:embeddedFont>
    <p:embeddedFont>
      <p:font typeface="Georgia" panose="02040502050405020303" pitchFamily="18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MiROmntPBVetDKU30kwu+SkAu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E2EDA-7452-5343-B629-D372AE76470C}" v="6" dt="2025-12-13T12:40:08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58"/>
  </p:normalViewPr>
  <p:slideViewPr>
    <p:cSldViewPr snapToGrid="0">
      <p:cViewPr varScale="1">
        <p:scale>
          <a:sx n="105" d="100"/>
          <a:sy n="105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46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yu Wang" userId="c511dbbd-6908-4067-8177-540f09489b6a" providerId="ADAL" clId="{51DF09CA-A2AB-56AE-A591-377A27FD6A05}"/>
    <pc:docChg chg="undo custSel modSld">
      <pc:chgData name="Boyu Wang" userId="c511dbbd-6908-4067-8177-540f09489b6a" providerId="ADAL" clId="{51DF09CA-A2AB-56AE-A591-377A27FD6A05}" dt="2025-12-13T12:45:46.530" v="135" actId="20577"/>
      <pc:docMkLst>
        <pc:docMk/>
      </pc:docMkLst>
      <pc:sldChg chg="addSp modSp mod chgLayout">
        <pc:chgData name="Boyu Wang" userId="c511dbbd-6908-4067-8177-540f09489b6a" providerId="ADAL" clId="{51DF09CA-A2AB-56AE-A591-377A27FD6A05}" dt="2025-12-13T12:40:22.323" v="52" actId="2711"/>
        <pc:sldMkLst>
          <pc:docMk/>
          <pc:sldMk cId="0" sldId="262"/>
        </pc:sldMkLst>
        <pc:spChg chg="add mod ord">
          <ac:chgData name="Boyu Wang" userId="c511dbbd-6908-4067-8177-540f09489b6a" providerId="ADAL" clId="{51DF09CA-A2AB-56AE-A591-377A27FD6A05}" dt="2025-12-13T12:40:22.323" v="52" actId="2711"/>
          <ac:spMkLst>
            <pc:docMk/>
            <pc:sldMk cId="0" sldId="262"/>
            <ac:spMk id="2" creationId="{1A5B7E3F-F666-82A6-ECA9-9AADC141F0FC}"/>
          </ac:spMkLst>
        </pc:spChg>
        <pc:spChg chg="mod ord">
          <ac:chgData name="Boyu Wang" userId="c511dbbd-6908-4067-8177-540f09489b6a" providerId="ADAL" clId="{51DF09CA-A2AB-56AE-A591-377A27FD6A05}" dt="2025-12-13T12:40:04.872" v="34" actId="700"/>
          <ac:spMkLst>
            <pc:docMk/>
            <pc:sldMk cId="0" sldId="262"/>
            <ac:spMk id="121" creationId="{00000000-0000-0000-0000-000000000000}"/>
          </ac:spMkLst>
        </pc:spChg>
        <pc:spChg chg="mod ord">
          <ac:chgData name="Boyu Wang" userId="c511dbbd-6908-4067-8177-540f09489b6a" providerId="ADAL" clId="{51DF09CA-A2AB-56AE-A591-377A27FD6A05}" dt="2025-12-13T12:40:04.872" v="34" actId="700"/>
          <ac:spMkLst>
            <pc:docMk/>
            <pc:sldMk cId="0" sldId="262"/>
            <ac:spMk id="122" creationId="{00000000-0000-0000-0000-000000000000}"/>
          </ac:spMkLst>
        </pc:spChg>
      </pc:sldChg>
      <pc:sldChg chg="modSp mod">
        <pc:chgData name="Boyu Wang" userId="c511dbbd-6908-4067-8177-540f09489b6a" providerId="ADAL" clId="{51DF09CA-A2AB-56AE-A591-377A27FD6A05}" dt="2025-12-13T12:41:40.627" v="66" actId="948"/>
        <pc:sldMkLst>
          <pc:docMk/>
          <pc:sldMk cId="0" sldId="265"/>
        </pc:sldMkLst>
        <pc:spChg chg="mod">
          <ac:chgData name="Boyu Wang" userId="c511dbbd-6908-4067-8177-540f09489b6a" providerId="ADAL" clId="{51DF09CA-A2AB-56AE-A591-377A27FD6A05}" dt="2025-12-13T12:41:40.627" v="66" actId="948"/>
          <ac:spMkLst>
            <pc:docMk/>
            <pc:sldMk cId="0" sldId="265"/>
            <ac:spMk id="174" creationId="{00000000-0000-0000-0000-000000000000}"/>
          </ac:spMkLst>
        </pc:spChg>
      </pc:sldChg>
      <pc:sldChg chg="modSp mod">
        <pc:chgData name="Boyu Wang" userId="c511dbbd-6908-4067-8177-540f09489b6a" providerId="ADAL" clId="{51DF09CA-A2AB-56AE-A591-377A27FD6A05}" dt="2025-12-13T11:32:59.751" v="1" actId="2711"/>
        <pc:sldMkLst>
          <pc:docMk/>
          <pc:sldMk cId="2866333470" sldId="275"/>
        </pc:sldMkLst>
        <pc:spChg chg="mod">
          <ac:chgData name="Boyu Wang" userId="c511dbbd-6908-4067-8177-540f09489b6a" providerId="ADAL" clId="{51DF09CA-A2AB-56AE-A591-377A27FD6A05}" dt="2025-12-13T11:32:59.751" v="1" actId="2711"/>
          <ac:spMkLst>
            <pc:docMk/>
            <pc:sldMk cId="2866333470" sldId="275"/>
            <ac:spMk id="2" creationId="{95519256-CCD0-F169-9E08-5BAB0A9E30A4}"/>
          </ac:spMkLst>
        </pc:spChg>
      </pc:sldChg>
      <pc:sldChg chg="modSp mod">
        <pc:chgData name="Boyu Wang" userId="c511dbbd-6908-4067-8177-540f09489b6a" providerId="ADAL" clId="{51DF09CA-A2AB-56AE-A591-377A27FD6A05}" dt="2025-12-13T11:33:03.402" v="2" actId="2711"/>
        <pc:sldMkLst>
          <pc:docMk/>
          <pc:sldMk cId="2044819136" sldId="280"/>
        </pc:sldMkLst>
        <pc:spChg chg="mod">
          <ac:chgData name="Boyu Wang" userId="c511dbbd-6908-4067-8177-540f09489b6a" providerId="ADAL" clId="{51DF09CA-A2AB-56AE-A591-377A27FD6A05}" dt="2025-12-13T11:33:03.402" v="2" actId="2711"/>
          <ac:spMkLst>
            <pc:docMk/>
            <pc:sldMk cId="2044819136" sldId="280"/>
            <ac:spMk id="2" creationId="{2B232A6F-274D-D546-9D39-CF0AD2948D8E}"/>
          </ac:spMkLst>
        </pc:spChg>
      </pc:sldChg>
      <pc:sldChg chg="modSp mod">
        <pc:chgData name="Boyu Wang" userId="c511dbbd-6908-4067-8177-540f09489b6a" providerId="ADAL" clId="{51DF09CA-A2AB-56AE-A591-377A27FD6A05}" dt="2025-12-13T12:45:27.564" v="133" actId="20577"/>
        <pc:sldMkLst>
          <pc:docMk/>
          <pc:sldMk cId="600582377" sldId="294"/>
        </pc:sldMkLst>
        <pc:spChg chg="mod">
          <ac:chgData name="Boyu Wang" userId="c511dbbd-6908-4067-8177-540f09489b6a" providerId="ADAL" clId="{51DF09CA-A2AB-56AE-A591-377A27FD6A05}" dt="2025-12-13T12:45:27.564" v="133" actId="20577"/>
          <ac:spMkLst>
            <pc:docMk/>
            <pc:sldMk cId="600582377" sldId="294"/>
            <ac:spMk id="267" creationId="{8B640CC2-32AD-F4AD-E8A8-FC4633C5EAF6}"/>
          </ac:spMkLst>
        </pc:spChg>
      </pc:sldChg>
      <pc:sldChg chg="modSp mod">
        <pc:chgData name="Boyu Wang" userId="c511dbbd-6908-4067-8177-540f09489b6a" providerId="ADAL" clId="{51DF09CA-A2AB-56AE-A591-377A27FD6A05}" dt="2025-12-13T12:43:30.849" v="97" actId="14100"/>
        <pc:sldMkLst>
          <pc:docMk/>
          <pc:sldMk cId="3968500617" sldId="295"/>
        </pc:sldMkLst>
        <pc:spChg chg="mod">
          <ac:chgData name="Boyu Wang" userId="c511dbbd-6908-4067-8177-540f09489b6a" providerId="ADAL" clId="{51DF09CA-A2AB-56AE-A591-377A27FD6A05}" dt="2025-12-13T12:43:30.849" v="97" actId="14100"/>
          <ac:spMkLst>
            <pc:docMk/>
            <pc:sldMk cId="3968500617" sldId="295"/>
            <ac:spMk id="267" creationId="{3D97F184-2432-CCD6-B4F8-B1DE5634B0E3}"/>
          </ac:spMkLst>
        </pc:spChg>
      </pc:sldChg>
      <pc:sldChg chg="modSp mod">
        <pc:chgData name="Boyu Wang" userId="c511dbbd-6908-4067-8177-540f09489b6a" providerId="ADAL" clId="{51DF09CA-A2AB-56AE-A591-377A27FD6A05}" dt="2025-12-13T12:45:46.530" v="135" actId="20577"/>
        <pc:sldMkLst>
          <pc:docMk/>
          <pc:sldMk cId="96832585" sldId="296"/>
        </pc:sldMkLst>
        <pc:spChg chg="mod">
          <ac:chgData name="Boyu Wang" userId="c511dbbd-6908-4067-8177-540f09489b6a" providerId="ADAL" clId="{51DF09CA-A2AB-56AE-A591-377A27FD6A05}" dt="2025-12-13T12:45:46.530" v="135" actId="20577"/>
          <ac:spMkLst>
            <pc:docMk/>
            <pc:sldMk cId="96832585" sldId="296"/>
            <ac:spMk id="267" creationId="{1459376C-641A-9E55-9180-D58B4633AE98}"/>
          </ac:spMkLst>
        </pc:spChg>
      </pc:sldChg>
      <pc:sldChg chg="modSp mod">
        <pc:chgData name="Boyu Wang" userId="c511dbbd-6908-4067-8177-540f09489b6a" providerId="ADAL" clId="{51DF09CA-A2AB-56AE-A591-377A27FD6A05}" dt="2025-12-13T09:40:21.875" v="0" actId="20577"/>
        <pc:sldMkLst>
          <pc:docMk/>
          <pc:sldMk cId="3920323568" sldId="310"/>
        </pc:sldMkLst>
        <pc:spChg chg="mod">
          <ac:chgData name="Boyu Wang" userId="c511dbbd-6908-4067-8177-540f09489b6a" providerId="ADAL" clId="{51DF09CA-A2AB-56AE-A591-377A27FD6A05}" dt="2025-12-13T09:40:21.875" v="0" actId="20577"/>
          <ac:spMkLst>
            <pc:docMk/>
            <pc:sldMk cId="3920323568" sldId="310"/>
            <ac:spMk id="56" creationId="{8CF3F09F-5728-7FFF-99A8-BF1F519C2032}"/>
          </ac:spMkLst>
        </pc:spChg>
      </pc:sldChg>
      <pc:sldChg chg="addSp modSp mod">
        <pc:chgData name="Boyu Wang" userId="c511dbbd-6908-4067-8177-540f09489b6a" providerId="ADAL" clId="{51DF09CA-A2AB-56AE-A591-377A27FD6A05}" dt="2025-12-13T11:37:56.699" v="33" actId="1076"/>
        <pc:sldMkLst>
          <pc:docMk/>
          <pc:sldMk cId="180099137" sldId="314"/>
        </pc:sldMkLst>
        <pc:spChg chg="add mod">
          <ac:chgData name="Boyu Wang" userId="c511dbbd-6908-4067-8177-540f09489b6a" providerId="ADAL" clId="{51DF09CA-A2AB-56AE-A591-377A27FD6A05}" dt="2025-12-13T11:37:56.699" v="33" actId="1076"/>
          <ac:spMkLst>
            <pc:docMk/>
            <pc:sldMk cId="180099137" sldId="314"/>
            <ac:spMk id="2" creationId="{B924777B-5102-2546-5C08-BC97E03507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E3996415-327B-F8EC-BFF2-56FCAD23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>
            <a:extLst>
              <a:ext uri="{FF2B5EF4-FFF2-40B4-BE49-F238E27FC236}">
                <a16:creationId xmlns:a16="http://schemas.microsoft.com/office/drawing/2014/main" id="{BF640EAE-1900-0672-D748-A04D3A198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>
            <a:extLst>
              <a:ext uri="{FF2B5EF4-FFF2-40B4-BE49-F238E27FC236}">
                <a16:creationId xmlns:a16="http://schemas.microsoft.com/office/drawing/2014/main" id="{87954925-5241-29C3-E57F-6287604B6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3053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11DAA23A-9071-EA3E-19B0-128DB0E9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1C50B7DD-3F64-ECC6-9666-09513DB17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1FC30045-C06B-54EE-0582-2A6FB7990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4201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98B8A76A-1BF0-0D02-D709-ED5E6225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4CAE3446-FB0B-2B5B-3C0F-13D98860D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00E49897-2518-F7BB-1880-084684951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094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38C5DF80-64DC-2772-8094-70A7A229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6D0F25B0-56FC-3877-01AF-649124456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97A76C18-477B-8CB4-4424-25F438C59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0174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749DFB7E-BDFD-F484-4A6B-5B3D9D20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632DD21A-B3B0-276D-F9F5-7D1A631D7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8F7B18D7-91BC-101E-0598-AF48CB0D1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9519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EC8BC448-AB2F-BF7A-231F-ACF384C1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544762C6-8BD7-2B74-5C92-AB65B0190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FBE7CE86-ABBB-288C-FA2D-95AC1C592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375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EFA8DB1F-874C-7C0A-8B9E-02CEB55F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>
            <a:extLst>
              <a:ext uri="{FF2B5EF4-FFF2-40B4-BE49-F238E27FC236}">
                <a16:creationId xmlns:a16="http://schemas.microsoft.com/office/drawing/2014/main" id="{7F465E3E-1A64-6D82-FEAE-4E8C4F0ED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:notes">
            <a:extLst>
              <a:ext uri="{FF2B5EF4-FFF2-40B4-BE49-F238E27FC236}">
                <a16:creationId xmlns:a16="http://schemas.microsoft.com/office/drawing/2014/main" id="{A1E6ABC8-DE5A-6280-08EA-4AADB98AC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5309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C15B82E5-F2F2-6EA6-A137-244AADFD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4B932F15-97C5-A45A-BF3C-8CA707974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BA9B6E0C-ED9A-633E-E8B7-588FF2D6A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2110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FAA565B4-3BB2-55BF-E71C-603831A0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>
            <a:extLst>
              <a:ext uri="{FF2B5EF4-FFF2-40B4-BE49-F238E27FC236}">
                <a16:creationId xmlns:a16="http://schemas.microsoft.com/office/drawing/2014/main" id="{43D0A7C6-C8A9-4C7E-C496-BC57D088F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>
            <a:extLst>
              <a:ext uri="{FF2B5EF4-FFF2-40B4-BE49-F238E27FC236}">
                <a16:creationId xmlns:a16="http://schemas.microsoft.com/office/drawing/2014/main" id="{EEE6C43E-C656-CAA4-2BE4-BFB79272E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5351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BD6D1B27-40E3-6DBE-BDF3-0FC8BD21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>
            <a:extLst>
              <a:ext uri="{FF2B5EF4-FFF2-40B4-BE49-F238E27FC236}">
                <a16:creationId xmlns:a16="http://schemas.microsoft.com/office/drawing/2014/main" id="{8C18A317-5742-0816-D740-F2667A3A2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:notes">
            <a:extLst>
              <a:ext uri="{FF2B5EF4-FFF2-40B4-BE49-F238E27FC236}">
                <a16:creationId xmlns:a16="http://schemas.microsoft.com/office/drawing/2014/main" id="{FDC98E78-68AC-8648-03CD-314E0DB05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5159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91F45D89-BFCA-E981-0CA6-6A38F3F8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>
            <a:extLst>
              <a:ext uri="{FF2B5EF4-FFF2-40B4-BE49-F238E27FC236}">
                <a16:creationId xmlns:a16="http://schemas.microsoft.com/office/drawing/2014/main" id="{43DA5FE6-110E-01C7-83A7-868F655D3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:notes">
            <a:extLst>
              <a:ext uri="{FF2B5EF4-FFF2-40B4-BE49-F238E27FC236}">
                <a16:creationId xmlns:a16="http://schemas.microsoft.com/office/drawing/2014/main" id="{F5B028DF-E785-6274-CD70-FF3316243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849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622CCFDF-13FD-E31D-6A21-389080A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>
            <a:extLst>
              <a:ext uri="{FF2B5EF4-FFF2-40B4-BE49-F238E27FC236}">
                <a16:creationId xmlns:a16="http://schemas.microsoft.com/office/drawing/2014/main" id="{192A6FE8-5531-FCDF-5AEF-315065B305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:notes">
            <a:extLst>
              <a:ext uri="{FF2B5EF4-FFF2-40B4-BE49-F238E27FC236}">
                <a16:creationId xmlns:a16="http://schemas.microsoft.com/office/drawing/2014/main" id="{655A0AFF-8809-2601-C710-9EE384060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4287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1889F490-42FD-04A6-8D10-AD4E24A4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>
            <a:extLst>
              <a:ext uri="{FF2B5EF4-FFF2-40B4-BE49-F238E27FC236}">
                <a16:creationId xmlns:a16="http://schemas.microsoft.com/office/drawing/2014/main" id="{12BB1D50-0A28-697C-4A60-E02A5A4A9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:notes">
            <a:extLst>
              <a:ext uri="{FF2B5EF4-FFF2-40B4-BE49-F238E27FC236}">
                <a16:creationId xmlns:a16="http://schemas.microsoft.com/office/drawing/2014/main" id="{4C7FBE4E-D6F3-B1AA-3353-F3D9F5C17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35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6EC7CB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>
            <a:spLocks noGrp="1"/>
          </p:cNvSpPr>
          <p:nvPr>
            <p:ph type="body" idx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sz="28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marL="1371600" lvl="2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marL="1828800" lvl="3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marL="2286000" lvl="4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37"/>
          <p:cNvSpPr txBox="1">
            <a:spLocks noGrp="1"/>
          </p:cNvSpPr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695147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  <a:defRPr/>
            </a:lvl1pPr>
            <a:lvl2pPr marL="914400" lvl="1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2pPr>
            <a:lvl3pPr marL="1371600" lvl="2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3pPr>
            <a:lvl4pPr marL="1828800" lvl="3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4pPr>
            <a:lvl5pPr marL="2286000" lvl="4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ble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4500372" cy="394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  <a:defRPr/>
            </a:lvl1pPr>
            <a:lvl2pPr marL="914400" lvl="1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2pPr>
            <a:lvl3pPr marL="1371600" lvl="2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3pPr>
            <a:lvl4pPr marL="1828800" lvl="3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4pPr>
            <a:lvl5pPr marL="2286000" lvl="4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2"/>
          </p:nvPr>
        </p:nvSpPr>
        <p:spPr>
          <a:xfrm>
            <a:off x="5410200" y="2185416"/>
            <a:ext cx="4498848" cy="395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  <a:defRPr/>
            </a:lvl1pPr>
            <a:lvl2pPr marL="914400" lvl="1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2pPr>
            <a:lvl3pPr marL="1371600" lvl="2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3pPr>
            <a:lvl4pPr marL="1828800" lvl="3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4pPr>
            <a:lvl5pPr marL="2286000" lvl="4" indent="-36576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>
  <p:cSld name="Divider Slide">
    <p:bg>
      <p:bgPr>
        <a:solidFill>
          <a:srgbClr val="6EC7C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>
            <a:spLocks noGrp="1"/>
          </p:cNvSpPr>
          <p:nvPr>
            <p:ph type="ctrTitle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subTitle" idx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sz="2800" b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7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8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  <a:defRPr sz="36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76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76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76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59" r:id="rId5"/>
    <p:sldLayoutId id="214748366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mesa/mesa/blob/main/CONTRIBUTING.m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mesa/mesa/blob/main/CONTRIBUTING.m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sa/mesa/actions/workflows/build_lint.y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re-commit/pre-commit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sa/mesa/actions/workflows/build_lint.y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re-commit/pre-commi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baggery.com/2008/04/19/a-note-about-git-commit-message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mind-community/contrib-practic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kcd.com/15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658368" y="1490472"/>
            <a:ext cx="10581132" cy="238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latin typeface="Garamond" panose="02020404030301010803" pitchFamily="18" charset="0"/>
              </a:rPr>
              <a:t>Contribution Workflow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70" name="Google Shape;70;p1"/>
          <p:cNvSpPr txBox="1">
            <a:spLocks noGrp="1"/>
          </p:cNvSpPr>
          <p:nvPr>
            <p:ph type="body" idx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Garamond" panose="02020404030301010803" pitchFamily="18" charset="0"/>
              </a:rPr>
              <a:t>Boyu Wang</a:t>
            </a:r>
            <a:endParaRPr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Garamond" panose="02020404030301010803" pitchFamily="18" charset="0"/>
              </a:rPr>
              <a:t>2025.12.14</a:t>
            </a:r>
            <a:endParaRPr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965F-A25A-2C96-C77C-BEB45E87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9256-CCD0-F169-9E08-5BAB0A9E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aramond" panose="02020404030301010803" pitchFamily="18" charset="0"/>
              </a:rPr>
              <a:t>CONTRIBUTING.md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1BDD0-8421-DFA2-9BEC-922711CA75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53C135-CEC6-A548-8917-8F7FEB82358B}" type="slidenum">
              <a:rPr lang="en-US" smtClean="0">
                <a:latin typeface="Garamond" panose="02020404030301010803" pitchFamily="18" charset="0"/>
              </a:rPr>
              <a:pPr/>
              <a:t>2</a:t>
            </a:fld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3FD44-D8CA-E92B-36AD-DA0394BBDF34}"/>
              </a:ext>
            </a:extLst>
          </p:cNvPr>
          <p:cNvSpPr txBox="1"/>
          <p:nvPr/>
        </p:nvSpPr>
        <p:spPr>
          <a:xfrm>
            <a:off x="7030787" y="4197274"/>
            <a:ext cx="4286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  <a:hlinkClick r:id="rId2"/>
              </a:rPr>
              <a:t>https://</a:t>
            </a:r>
            <a:r>
              <a:rPr lang="en-US" sz="1200" dirty="0" err="1">
                <a:latin typeface="Garamond" panose="02020404030301010803" pitchFamily="18" charset="0"/>
                <a:hlinkClick r:id="rId2"/>
              </a:rPr>
              <a:t>github.com</a:t>
            </a:r>
            <a:r>
              <a:rPr lang="en-US" sz="1200" dirty="0">
                <a:latin typeface="Garamond" panose="02020404030301010803" pitchFamily="18" charset="0"/>
                <a:hlinkClick r:id="rId2"/>
              </a:rPr>
              <a:t>/mesa/mesa/blob/main/</a:t>
            </a:r>
            <a:r>
              <a:rPr lang="en-US" sz="1200" dirty="0" err="1">
                <a:latin typeface="Garamond" panose="02020404030301010803" pitchFamily="18" charset="0"/>
                <a:hlinkClick r:id="rId2"/>
              </a:rPr>
              <a:t>CONTRIBUTING.md</a:t>
            </a:r>
            <a:endParaRPr lang="en-US" sz="1200" dirty="0">
              <a:latin typeface="Garamond" panose="02020404030301010803" pitchFamily="18" charset="0"/>
            </a:endParaRP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099D4EE-B368-3A7C-6718-381A1270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90547"/>
            <a:ext cx="5927726" cy="4767454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33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2A6F-274D-D546-9D39-CF0AD294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aramond" panose="02020404030301010803" pitchFamily="18" charset="0"/>
              </a:rPr>
              <a:t>Modeller</a:t>
            </a:r>
            <a:r>
              <a:rPr lang="en-US" dirty="0">
                <a:latin typeface="Garamond" panose="02020404030301010803" pitchFamily="18" charset="0"/>
              </a:rPr>
              <a:t> and/or developer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8D49-BDA2-40C1-287F-ACC9E9CE1E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53C135-CEC6-A548-8917-8F7FEB82358B}" type="slidenum">
              <a:rPr lang="en-US" smtClean="0">
                <a:latin typeface="Garamond" panose="02020404030301010803" pitchFamily="18" charset="0"/>
              </a:rPr>
              <a:pPr/>
              <a:t>3</a:t>
            </a:fld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6" name="Content Placeholder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E19774-F4D5-2781-A297-42A79858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85416"/>
            <a:ext cx="5140325" cy="192144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4C3D84-A0BD-289E-3873-507021EDB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85416"/>
            <a:ext cx="5138738" cy="332871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88ACEC-EF72-5FEB-E9C0-4868F6C30CEB}"/>
              </a:ext>
            </a:extLst>
          </p:cNvPr>
          <p:cNvSpPr txBox="1"/>
          <p:nvPr/>
        </p:nvSpPr>
        <p:spPr>
          <a:xfrm>
            <a:off x="993714" y="4721413"/>
            <a:ext cx="4286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  <a:hlinkClick r:id="rId4"/>
              </a:rPr>
              <a:t>https://</a:t>
            </a:r>
            <a:r>
              <a:rPr lang="en-US" sz="1200" dirty="0" err="1">
                <a:latin typeface="Garamond" panose="02020404030301010803" pitchFamily="18" charset="0"/>
                <a:hlinkClick r:id="rId4"/>
              </a:rPr>
              <a:t>github.com</a:t>
            </a:r>
            <a:r>
              <a:rPr lang="en-US" sz="1200" dirty="0">
                <a:latin typeface="Garamond" panose="02020404030301010803" pitchFamily="18" charset="0"/>
                <a:hlinkClick r:id="rId4"/>
              </a:rPr>
              <a:t>/mesa/mesa/blob/main/</a:t>
            </a:r>
            <a:r>
              <a:rPr lang="en-US" sz="1200" dirty="0" err="1">
                <a:latin typeface="Garamond" panose="02020404030301010803" pitchFamily="18" charset="0"/>
                <a:hlinkClick r:id="rId4"/>
              </a:rPr>
              <a:t>CONTRIBUTING.md</a:t>
            </a:r>
            <a:endParaRPr lang="en-US" sz="12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81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Part I: Setup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Create a ticket for the item that you are working on.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Fork the Mesa repository.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Clone your repository from </a:t>
            </a:r>
            <a:r>
              <a:rPr lang="en-US" dirty="0" err="1">
                <a:latin typeface="Garamond" panose="02020404030301010803" pitchFamily="18" charset="0"/>
              </a:rPr>
              <a:t>Github</a:t>
            </a:r>
            <a:r>
              <a:rPr lang="en-US" dirty="0">
                <a:latin typeface="Garamond" panose="02020404030301010803" pitchFamily="18" charset="0"/>
              </a:rPr>
              <a:t> to your machine.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Create a new branch in your fork: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-b BRANCH_NAME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Run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pull.rebase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  <a:r>
              <a:rPr lang="en-US" dirty="0">
                <a:latin typeface="Garamond" panose="02020404030301010803" pitchFamily="18" charset="0"/>
              </a:rPr>
              <a:t>. This prevents messy merge commits when updating your branch on top of Mesa main branch.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Install an editable version with developer requirements locally: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-e ".[dev]"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4" name="Google Shape;94;p4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4</a:t>
            </a:fld>
            <a:endParaRPr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1.1 Create a ticket (or find one)</a:t>
            </a:r>
            <a:endParaRPr>
              <a:latin typeface="Garamond" panose="02020404030301010803" pitchFamily="18" charset="0"/>
            </a:endParaRPr>
          </a:p>
        </p:txBody>
      </p:sp>
      <p:pic>
        <p:nvPicPr>
          <p:cNvPr id="100" name="Google Shape;100;p5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6738" y="2369038"/>
            <a:ext cx="8335962" cy="43181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5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216400" y="2369038"/>
            <a:ext cx="774700" cy="508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 panose="02020404030301010803" pitchFamily="18" charset="0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5314" y="3499338"/>
            <a:ext cx="929386" cy="508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 panose="02020404030301010803" pitchFamily="18" charset="0"/>
              <a:sym typeface="Arial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 rot="10800000">
            <a:off x="4474369" y="4039724"/>
            <a:ext cx="749300" cy="57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" name="Google Shape;105;p5"/>
          <p:cNvCxnSpPr/>
          <p:nvPr/>
        </p:nvCxnSpPr>
        <p:spPr>
          <a:xfrm rot="10800000">
            <a:off x="5020469" y="2877038"/>
            <a:ext cx="749300" cy="57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6" name="Google Shape;106;p5"/>
          <p:cNvSpPr/>
          <p:nvPr/>
        </p:nvSpPr>
        <p:spPr>
          <a:xfrm>
            <a:off x="6477002" y="2343638"/>
            <a:ext cx="774700" cy="508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 panose="02020404030301010803" pitchFamily="18" charset="0"/>
              <a:sym typeface="Arial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 rot="10800000">
            <a:off x="7281071" y="2851638"/>
            <a:ext cx="749300" cy="57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1.2 Fork the repository</a:t>
            </a:r>
            <a:endParaRPr>
              <a:latin typeface="Garamond" panose="02020404030301010803" pitchFamily="18" charset="0"/>
            </a:endParaRPr>
          </a:p>
        </p:txBody>
      </p:sp>
      <p:pic>
        <p:nvPicPr>
          <p:cNvPr id="113" name="Google Shape;113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6929" y="2185988"/>
            <a:ext cx="6373418" cy="436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6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838702" y="2737338"/>
            <a:ext cx="774700" cy="508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 panose="02020404030301010803" pitchFamily="18" charset="0"/>
              <a:sym typeface="Arial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 rot="10800000">
            <a:off x="5642771" y="3245338"/>
            <a:ext cx="749300" cy="57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1.2 Fork the repository</a:t>
            </a:r>
            <a:endParaRPr>
              <a:latin typeface="Garamond" panose="02020404030301010803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5B7E3F-F666-82A6-ECA9-9AADC141F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027920" cy="3968249"/>
          </a:xfrm>
        </p:spPr>
        <p:txBody>
          <a:bodyPr/>
          <a:lstStyle/>
          <a:p>
            <a:pPr marL="91440" indent="0">
              <a:buNone/>
            </a:pPr>
            <a:r>
              <a:rPr lang="en-US" dirty="0">
                <a:latin typeface="Garamond" panose="02020404030301010803" pitchFamily="18" charset="0"/>
              </a:rPr>
              <a:t>After forking, there are now </a:t>
            </a:r>
            <a:r>
              <a:rPr lang="en-US" b="1" dirty="0">
                <a:latin typeface="Garamond" panose="02020404030301010803" pitchFamily="18" charset="0"/>
              </a:rPr>
              <a:t>two</a:t>
            </a:r>
            <a:r>
              <a:rPr lang="en-US" dirty="0">
                <a:latin typeface="Garamond" panose="02020404030301010803" pitchFamily="18" charset="0"/>
              </a:rPr>
              <a:t> GitHub repos: upstream (Mesa) and your fork.</a:t>
            </a:r>
          </a:p>
          <a:p>
            <a:pPr marL="9144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122" name="Google Shape;122;p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7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24" name="Google Shape;124;p7"/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125" name="Google Shape;125;p7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27" name="Google Shape;127;p7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7"/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29" name="Google Shape;129;p7"/>
          <p:cNvGrpSpPr/>
          <p:nvPr/>
        </p:nvGrpSpPr>
        <p:grpSpPr>
          <a:xfrm>
            <a:off x="5350668" y="4063201"/>
            <a:ext cx="1490665" cy="546102"/>
            <a:chOff x="4393402" y="4340224"/>
            <a:chExt cx="1490665" cy="546102"/>
          </a:xfrm>
        </p:grpSpPr>
        <p:sp>
          <p:nvSpPr>
            <p:cNvPr id="130" name="Google Shape;130;p7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32" name="Google Shape;132;p7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3" name="Google Shape;133;p7"/>
          <p:cNvCxnSpPr>
            <a:stCxn id="123" idx="3"/>
            <a:endCxn id="128" idx="1"/>
          </p:cNvCxnSpPr>
          <p:nvPr/>
        </p:nvCxnSpPr>
        <p:spPr>
          <a:xfrm>
            <a:off x="3678428" y="4063206"/>
            <a:ext cx="86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1.3 Clone to local machine</a:t>
            </a:r>
            <a:endParaRPr>
              <a:latin typeface="Garamond" panose="02020404030301010803" pitchFamily="18" charset="0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8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41" name="Google Shape;141;p8"/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142" name="Google Shape;142;p8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44" name="Google Shape;144;p8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8"/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46" name="Google Shape;146;p8"/>
          <p:cNvGrpSpPr/>
          <p:nvPr/>
        </p:nvGrpSpPr>
        <p:grpSpPr>
          <a:xfrm>
            <a:off x="5350668" y="4063201"/>
            <a:ext cx="1490665" cy="546102"/>
            <a:chOff x="4393402" y="4340224"/>
            <a:chExt cx="1490665" cy="546102"/>
          </a:xfrm>
        </p:grpSpPr>
        <p:sp>
          <p:nvSpPr>
            <p:cNvPr id="147" name="Google Shape;147;p8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49" name="Google Shape;149;p8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0" name="Google Shape;150;p8"/>
          <p:cNvCxnSpPr>
            <a:stCxn id="140" idx="3"/>
            <a:endCxn id="145" idx="1"/>
          </p:cNvCxnSpPr>
          <p:nvPr/>
        </p:nvCxnSpPr>
        <p:spPr>
          <a:xfrm>
            <a:off x="3678428" y="4063206"/>
            <a:ext cx="86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1" name="Google Shape;151;p8"/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cxnSp>
        <p:nvCxnSpPr>
          <p:cNvPr id="152" name="Google Shape;152;p8"/>
          <p:cNvCxnSpPr/>
          <p:nvPr/>
        </p:nvCxnSpPr>
        <p:spPr>
          <a:xfrm rot="10800000" flipH="1">
            <a:off x="7651750" y="4063202"/>
            <a:ext cx="861822" cy="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53" name="Google Shape;153;p8"/>
          <p:cNvGrpSpPr/>
          <p:nvPr/>
        </p:nvGrpSpPr>
        <p:grpSpPr>
          <a:xfrm>
            <a:off x="9323990" y="4063202"/>
            <a:ext cx="1490665" cy="546102"/>
            <a:chOff x="4393402" y="4340224"/>
            <a:chExt cx="1490665" cy="546102"/>
          </a:xfrm>
        </p:grpSpPr>
        <p:sp>
          <p:nvSpPr>
            <p:cNvPr id="154" name="Google Shape;154;p8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56" name="Google Shape;156;p8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1.3 Clone to local machine</a:t>
            </a:r>
            <a:endParaRPr>
              <a:latin typeface="Garamond" panose="02020404030301010803" pitchFamily="18" charset="0"/>
            </a:endParaRPr>
          </a:p>
        </p:txBody>
      </p:sp>
      <p:sp>
        <p:nvSpPr>
          <p:cNvPr id="162" name="Google Shape;162;p9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754837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git remote -v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origin   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/&lt;your_username&gt;/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mesa.git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(fetch)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origin   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/&lt;your_username&gt;/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mesa.git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(push)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9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65" name="Google Shape;165;p9"/>
          <p:cNvGrpSpPr/>
          <p:nvPr/>
        </p:nvGrpSpPr>
        <p:grpSpPr>
          <a:xfrm>
            <a:off x="9323990" y="4063202"/>
            <a:ext cx="1490665" cy="546102"/>
            <a:chOff x="4393402" y="4340224"/>
            <a:chExt cx="1490665" cy="546102"/>
          </a:xfrm>
        </p:grpSpPr>
        <p:sp>
          <p:nvSpPr>
            <p:cNvPr id="166" name="Google Shape;166;p9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67" name="Google Shape;167;p9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68" name="Google Shape;168;p9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1.3 Clone to local machine</a:t>
            </a:r>
            <a:endParaRPr>
              <a:latin typeface="Garamond" panose="02020404030301010803" pitchFamily="18" charset="0"/>
            </a:endParaRPr>
          </a:p>
        </p:txBody>
      </p:sp>
      <p:sp>
        <p:nvSpPr>
          <p:cNvPr id="174" name="Google Shape;174;p10"/>
          <p:cNvSpPr txBox="1">
            <a:spLocks noGrp="1"/>
          </p:cNvSpPr>
          <p:nvPr>
            <p:ph type="body" idx="1"/>
          </p:nvPr>
        </p:nvSpPr>
        <p:spPr>
          <a:xfrm>
            <a:off x="566927" y="2185416"/>
            <a:ext cx="7684705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SzPts val="1920"/>
              <a:buNone/>
            </a:pP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Optionally add 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upstream</a:t>
            </a: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 remote to pull latest from Mesa: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git remote add upstream 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/mesa/mesa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git remote -v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origin   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/&lt;your_username&gt;/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mesa.git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(fetch)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origin   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/&lt;your_username&gt;/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mesa.git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(push)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upstream	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/mesa/mesa (fetch)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upstream	https://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github.com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/mesa/mesa (push)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Google Shape;175;p10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10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77" name="Google Shape;177;p10"/>
          <p:cNvGrpSpPr/>
          <p:nvPr/>
        </p:nvGrpSpPr>
        <p:grpSpPr>
          <a:xfrm>
            <a:off x="9323990" y="4063202"/>
            <a:ext cx="1490665" cy="546102"/>
            <a:chOff x="4393402" y="4340224"/>
            <a:chExt cx="1490665" cy="546102"/>
          </a:xfrm>
        </p:grpSpPr>
        <p:sp>
          <p:nvSpPr>
            <p:cNvPr id="178" name="Google Shape;178;p10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80" name="Google Shape;180;p10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>
                <a:latin typeface="Garamond" panose="02020404030301010803" pitchFamily="18" charset="0"/>
              </a:rPr>
              <a:t>1.3 Clone to local machine</a:t>
            </a:r>
            <a:endParaRPr>
              <a:latin typeface="Garamond" panose="02020404030301010803" pitchFamily="18" charset="0"/>
            </a:endParaRPr>
          </a:p>
        </p:txBody>
      </p:sp>
      <p:sp>
        <p:nvSpPr>
          <p:cNvPr id="186" name="Google Shape;186;p11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11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88" name="Google Shape;188;p11"/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189" name="Google Shape;189;p11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91" name="Google Shape;191;p11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11"/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93" name="Google Shape;193;p11"/>
          <p:cNvGrpSpPr/>
          <p:nvPr/>
        </p:nvGrpSpPr>
        <p:grpSpPr>
          <a:xfrm>
            <a:off x="5350668" y="4063201"/>
            <a:ext cx="1490665" cy="546102"/>
            <a:chOff x="4393402" y="4340224"/>
            <a:chExt cx="1490665" cy="546102"/>
          </a:xfrm>
        </p:grpSpPr>
        <p:sp>
          <p:nvSpPr>
            <p:cNvPr id="194" name="Google Shape;194;p11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96" name="Google Shape;196;p11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7" name="Google Shape;197;p11"/>
          <p:cNvCxnSpPr>
            <a:stCxn id="187" idx="3"/>
            <a:endCxn id="192" idx="1"/>
          </p:cNvCxnSpPr>
          <p:nvPr/>
        </p:nvCxnSpPr>
        <p:spPr>
          <a:xfrm>
            <a:off x="3678428" y="4063206"/>
            <a:ext cx="86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8" name="Google Shape;198;p11"/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cxnSp>
        <p:nvCxnSpPr>
          <p:cNvPr id="199" name="Google Shape;199;p11"/>
          <p:cNvCxnSpPr/>
          <p:nvPr/>
        </p:nvCxnSpPr>
        <p:spPr>
          <a:xfrm rot="10800000" flipH="1">
            <a:off x="7651750" y="3648864"/>
            <a:ext cx="861822" cy="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0" name="Google Shape;200;p11"/>
          <p:cNvGrpSpPr/>
          <p:nvPr/>
        </p:nvGrpSpPr>
        <p:grpSpPr>
          <a:xfrm>
            <a:off x="9323990" y="4063202"/>
            <a:ext cx="1490665" cy="546102"/>
            <a:chOff x="4393402" y="4340224"/>
            <a:chExt cx="1490665" cy="546102"/>
          </a:xfrm>
        </p:grpSpPr>
        <p:sp>
          <p:nvSpPr>
            <p:cNvPr id="201" name="Google Shape;201;p11"/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202" name="Google Shape;202;p11"/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03" name="Google Shape;203;p11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04" name="Google Shape;204;p11"/>
          <p:cNvCxnSpPr/>
          <p:nvPr/>
        </p:nvCxnSpPr>
        <p:spPr>
          <a:xfrm rot="10800000">
            <a:off x="7651750" y="4350539"/>
            <a:ext cx="861822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" name="Google Shape;205;p11"/>
          <p:cNvCxnSpPr>
            <a:stCxn id="187" idx="0"/>
            <a:endCxn id="198" idx="0"/>
          </p:cNvCxnSpPr>
          <p:nvPr/>
        </p:nvCxnSpPr>
        <p:spPr>
          <a:xfrm rot="-5400000" flipH="1">
            <a:off x="6095728" y="-1090151"/>
            <a:ext cx="600" cy="7946700"/>
          </a:xfrm>
          <a:prstGeom prst="curvedConnector3">
            <a:avLst>
              <a:gd name="adj1" fmla="val -62524833"/>
            </a:avLst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1.4 Create a branch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12" name="Google Shape;212;p12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12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631CABF7-EBE0-7012-F6C8-6B483EE52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7" y="2185416"/>
            <a:ext cx="7684705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For clear history: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git config 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pull.rebase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true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dirty="0">
                <a:latin typeface="Garamond" panose="02020404030301010803" pitchFamily="18" charset="0"/>
                <a:cs typeface="Courier New" panose="02070309020205020404" pitchFamily="49" charset="0"/>
                <a:sym typeface="Courier New"/>
              </a:rPr>
              <a:t>To isolate your work:</a:t>
            </a:r>
            <a:endParaRPr dirty="0">
              <a:latin typeface="Garamond" panose="02020404030301010803" pitchFamily="18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git checkout -b BRANCH_NAME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98;p11">
            <a:extLst>
              <a:ext uri="{FF2B5EF4-FFF2-40B4-BE49-F238E27FC236}">
                <a16:creationId xmlns:a16="http://schemas.microsoft.com/office/drawing/2014/main" id="{A364DA15-B618-A169-69AA-DED48542F39F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4" name="Google Shape;200;p11">
            <a:extLst>
              <a:ext uri="{FF2B5EF4-FFF2-40B4-BE49-F238E27FC236}">
                <a16:creationId xmlns:a16="http://schemas.microsoft.com/office/drawing/2014/main" id="{2504BE4B-171E-133C-8F25-991F47ED10E7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5" name="Google Shape;201;p11">
              <a:extLst>
                <a:ext uri="{FF2B5EF4-FFF2-40B4-BE49-F238E27FC236}">
                  <a16:creationId xmlns:a16="http://schemas.microsoft.com/office/drawing/2014/main" id="{1F898112-B488-F735-9CC6-1AF710EC2D40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Google Shape;202;p11">
              <a:extLst>
                <a:ext uri="{FF2B5EF4-FFF2-40B4-BE49-F238E27FC236}">
                  <a16:creationId xmlns:a16="http://schemas.microsoft.com/office/drawing/2014/main" id="{815BD4AD-7E1F-AF22-E629-EADA8D550F7F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7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E51496B-EC5C-FD01-910F-E8AA67DA24F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2B1893-1C36-E5CE-9C48-8CFC2A665B29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9" name="Google Shape;201;p11">
              <a:extLst>
                <a:ext uri="{FF2B5EF4-FFF2-40B4-BE49-F238E27FC236}">
                  <a16:creationId xmlns:a16="http://schemas.microsoft.com/office/drawing/2014/main" id="{B1059245-CA31-9EE3-D06B-899FF8A13043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Google Shape;202;p11">
              <a:extLst>
                <a:ext uri="{FF2B5EF4-FFF2-40B4-BE49-F238E27FC236}">
                  <a16:creationId xmlns:a16="http://schemas.microsoft.com/office/drawing/2014/main" id="{E67440C2-536D-03F4-C36C-66F038B1AF06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1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67DB3D4-C9F5-7F0F-78AA-620EB242720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DB433A3-16A9-6944-F6CA-2787C0334F5E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1.5 Install dev dependencies</a:t>
            </a:r>
            <a:endParaRPr dirty="0"/>
          </a:p>
        </p:txBody>
      </p:sp>
      <p:sp>
        <p:nvSpPr>
          <p:cNvPr id="218" name="Google Shape;218;p13"/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695147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920"/>
              <a:buNone/>
            </a:pP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Create a virtual environment (using </a:t>
            </a:r>
            <a:r>
              <a:rPr lang="en-US" dirty="0" err="1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venv</a:t>
            </a: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 as example):</a:t>
            </a:r>
          </a:p>
          <a:p>
            <a:pPr marL="0" lvl="0" indent="0">
              <a:spcBef>
                <a:spcPts val="0"/>
              </a:spcBef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python3 –m 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venv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.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venv</a:t>
            </a:r>
            <a:endParaRPr lang="en-US" sz="1600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lvl="0" indent="0">
              <a:spcBef>
                <a:spcPts val="0"/>
              </a:spcBef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source .</a:t>
            </a:r>
            <a:r>
              <a:rPr lang="en-US" sz="1600" dirty="0" err="1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venv</a:t>
            </a: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/bin/activate</a:t>
            </a:r>
          </a:p>
          <a:p>
            <a:pPr marL="0" lvl="0" indent="0">
              <a:spcBef>
                <a:spcPts val="0"/>
              </a:spcBef>
              <a:buSzPts val="1920"/>
              <a:buNone/>
            </a:pPr>
            <a:endParaRPr lang="en-US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lvl="0" indent="0">
              <a:spcBef>
                <a:spcPts val="0"/>
              </a:spcBef>
              <a:buSzPts val="1920"/>
              <a:buNone/>
            </a:pPr>
            <a:r>
              <a:rPr lang="en-US" dirty="0">
                <a:latin typeface="Garamond" panose="02020404030301010803" pitchFamily="18" charset="0"/>
                <a:ea typeface="Courier New"/>
                <a:cs typeface="Courier New" panose="02070309020205020404" pitchFamily="49" charset="0"/>
                <a:sym typeface="Courier New"/>
              </a:rPr>
              <a:t>Install development dependencies:</a:t>
            </a:r>
          </a:p>
          <a:p>
            <a:pPr marL="0" lvl="0" indent="0">
              <a:spcBef>
                <a:spcPts val="0"/>
              </a:spcBef>
              <a:buSzPts val="1920"/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pip install -e ".[dev]"</a:t>
            </a:r>
          </a:p>
        </p:txBody>
      </p:sp>
      <p:sp>
        <p:nvSpPr>
          <p:cNvPr id="219" name="Google Shape;219;p13"/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13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2" name="Google Shape;198;p11">
            <a:extLst>
              <a:ext uri="{FF2B5EF4-FFF2-40B4-BE49-F238E27FC236}">
                <a16:creationId xmlns:a16="http://schemas.microsoft.com/office/drawing/2014/main" id="{84BC6B32-CE1C-C058-99A9-6284BC498021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3" name="Google Shape;200;p11">
            <a:extLst>
              <a:ext uri="{FF2B5EF4-FFF2-40B4-BE49-F238E27FC236}">
                <a16:creationId xmlns:a16="http://schemas.microsoft.com/office/drawing/2014/main" id="{745DF114-0437-845B-D3FA-BE6FFBE04E5B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4" name="Google Shape;201;p11">
              <a:extLst>
                <a:ext uri="{FF2B5EF4-FFF2-40B4-BE49-F238E27FC236}">
                  <a16:creationId xmlns:a16="http://schemas.microsoft.com/office/drawing/2014/main" id="{C9DBE192-0D7A-08C1-EFEF-C2087145C918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Google Shape;202;p11">
              <a:extLst>
                <a:ext uri="{FF2B5EF4-FFF2-40B4-BE49-F238E27FC236}">
                  <a16:creationId xmlns:a16="http://schemas.microsoft.com/office/drawing/2014/main" id="{9B05888D-9FC5-CDAD-5A80-19D56DC70195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3EA25F5-F523-50E9-17EA-0E5C6C1D059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FD76F4-D949-056B-9E3D-3B3782D81733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8" name="Google Shape;201;p11">
              <a:extLst>
                <a:ext uri="{FF2B5EF4-FFF2-40B4-BE49-F238E27FC236}">
                  <a16:creationId xmlns:a16="http://schemas.microsoft.com/office/drawing/2014/main" id="{97278F07-FAFE-BD35-14A9-F50EC991910D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Google Shape;202;p11">
              <a:extLst>
                <a:ext uri="{FF2B5EF4-FFF2-40B4-BE49-F238E27FC236}">
                  <a16:creationId xmlns:a16="http://schemas.microsoft.com/office/drawing/2014/main" id="{C0498271-8E75-50E4-567B-459CC5A12537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E15D0F6-FF78-23E0-79F1-68ABF0DF29C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CC6E9928-53D8-2936-7DEB-27A9A4C79111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A31BF4A-920D-6CD1-5ABC-5B1BF4C4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>
            <a:extLst>
              <a:ext uri="{FF2B5EF4-FFF2-40B4-BE49-F238E27FC236}">
                <a16:creationId xmlns:a16="http://schemas.microsoft.com/office/drawing/2014/main" id="{8BA7E36D-5D89-A185-9D8F-FEDA16472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Part I: Setup 🎉🎉🎉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186" name="Google Shape;186;p11">
            <a:extLst>
              <a:ext uri="{FF2B5EF4-FFF2-40B4-BE49-F238E27FC236}">
                <a16:creationId xmlns:a16="http://schemas.microsoft.com/office/drawing/2014/main" id="{05B0B8B0-0CD0-D678-6F6B-3714B28DF1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14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187" name="Google Shape;187;p11">
            <a:extLst>
              <a:ext uri="{FF2B5EF4-FFF2-40B4-BE49-F238E27FC236}">
                <a16:creationId xmlns:a16="http://schemas.microsoft.com/office/drawing/2014/main" id="{4A6FBB74-F48E-BC7C-EC26-577C433DDE1B}"/>
              </a:ext>
            </a:extLst>
          </p:cNvPr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88" name="Google Shape;188;p11">
            <a:extLst>
              <a:ext uri="{FF2B5EF4-FFF2-40B4-BE49-F238E27FC236}">
                <a16:creationId xmlns:a16="http://schemas.microsoft.com/office/drawing/2014/main" id="{3B235B88-6B98-11A2-92F6-BAACFF7FD4B7}"/>
              </a:ext>
            </a:extLst>
          </p:cNvPr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189" name="Google Shape;189;p11">
              <a:extLst>
                <a:ext uri="{FF2B5EF4-FFF2-40B4-BE49-F238E27FC236}">
                  <a16:creationId xmlns:a16="http://schemas.microsoft.com/office/drawing/2014/main" id="{062738F0-6929-9078-EF2F-B484775178C3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90" name="Google Shape;190;p11">
              <a:extLst>
                <a:ext uri="{FF2B5EF4-FFF2-40B4-BE49-F238E27FC236}">
                  <a16:creationId xmlns:a16="http://schemas.microsoft.com/office/drawing/2014/main" id="{C1F563CC-A540-9C1E-F070-67B7E40DEECC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91" name="Google Shape;191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1FA319D-33C2-46BC-CF61-F2CADC03BC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11">
            <a:extLst>
              <a:ext uri="{FF2B5EF4-FFF2-40B4-BE49-F238E27FC236}">
                <a16:creationId xmlns:a16="http://schemas.microsoft.com/office/drawing/2014/main" id="{A7FA7854-B0C5-5E89-926E-4B05E5725693}"/>
              </a:ext>
            </a:extLst>
          </p:cNvPr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93" name="Google Shape;193;p11">
            <a:extLst>
              <a:ext uri="{FF2B5EF4-FFF2-40B4-BE49-F238E27FC236}">
                <a16:creationId xmlns:a16="http://schemas.microsoft.com/office/drawing/2014/main" id="{0D66C962-7E05-907D-B6ED-455A097CEE8A}"/>
              </a:ext>
            </a:extLst>
          </p:cNvPr>
          <p:cNvGrpSpPr/>
          <p:nvPr/>
        </p:nvGrpSpPr>
        <p:grpSpPr>
          <a:xfrm>
            <a:off x="5350668" y="4063201"/>
            <a:ext cx="1490665" cy="546102"/>
            <a:chOff x="4393402" y="4340224"/>
            <a:chExt cx="1490665" cy="546102"/>
          </a:xfrm>
        </p:grpSpPr>
        <p:sp>
          <p:nvSpPr>
            <p:cNvPr id="194" name="Google Shape;194;p11">
              <a:extLst>
                <a:ext uri="{FF2B5EF4-FFF2-40B4-BE49-F238E27FC236}">
                  <a16:creationId xmlns:a16="http://schemas.microsoft.com/office/drawing/2014/main" id="{D733CCCF-4A52-F8F7-E946-70321B86E1A4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95" name="Google Shape;195;p11">
              <a:extLst>
                <a:ext uri="{FF2B5EF4-FFF2-40B4-BE49-F238E27FC236}">
                  <a16:creationId xmlns:a16="http://schemas.microsoft.com/office/drawing/2014/main" id="{9847F9CB-05AD-5EB2-B88A-46C521FB8FAF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96" name="Google Shape;196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2C11C2F-6800-8C2E-3505-F41C65F1042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7" name="Google Shape;197;p11">
            <a:extLst>
              <a:ext uri="{FF2B5EF4-FFF2-40B4-BE49-F238E27FC236}">
                <a16:creationId xmlns:a16="http://schemas.microsoft.com/office/drawing/2014/main" id="{43EB735F-13B1-BA26-89CD-702F6A92255B}"/>
              </a:ext>
            </a:extLst>
          </p:cNvPr>
          <p:cNvCxnSpPr>
            <a:stCxn id="187" idx="3"/>
            <a:endCxn id="192" idx="1"/>
          </p:cNvCxnSpPr>
          <p:nvPr/>
        </p:nvCxnSpPr>
        <p:spPr>
          <a:xfrm>
            <a:off x="3678428" y="4063206"/>
            <a:ext cx="86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11">
            <a:extLst>
              <a:ext uri="{FF2B5EF4-FFF2-40B4-BE49-F238E27FC236}">
                <a16:creationId xmlns:a16="http://schemas.microsoft.com/office/drawing/2014/main" id="{EC52CA13-8EFD-1DE4-989F-3FB7F06D31DA}"/>
              </a:ext>
            </a:extLst>
          </p:cNvPr>
          <p:cNvCxnSpPr/>
          <p:nvPr/>
        </p:nvCxnSpPr>
        <p:spPr>
          <a:xfrm rot="10800000" flipH="1">
            <a:off x="7651750" y="3648864"/>
            <a:ext cx="861822" cy="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p11">
            <a:extLst>
              <a:ext uri="{FF2B5EF4-FFF2-40B4-BE49-F238E27FC236}">
                <a16:creationId xmlns:a16="http://schemas.microsoft.com/office/drawing/2014/main" id="{70161056-E78B-BCF0-EA9D-AC734DB8ABED}"/>
              </a:ext>
            </a:extLst>
          </p:cNvPr>
          <p:cNvCxnSpPr/>
          <p:nvPr/>
        </p:nvCxnSpPr>
        <p:spPr>
          <a:xfrm rot="10800000">
            <a:off x="7651750" y="4350539"/>
            <a:ext cx="861822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" name="Google Shape;205;p11">
            <a:extLst>
              <a:ext uri="{FF2B5EF4-FFF2-40B4-BE49-F238E27FC236}">
                <a16:creationId xmlns:a16="http://schemas.microsoft.com/office/drawing/2014/main" id="{AE19D078-6B4A-E0F7-FEAF-3F7C23686A01}"/>
              </a:ext>
            </a:extLst>
          </p:cNvPr>
          <p:cNvCxnSpPr>
            <a:cxnSpLocks/>
            <a:stCxn id="187" idx="0"/>
          </p:cNvCxnSpPr>
          <p:nvPr/>
        </p:nvCxnSpPr>
        <p:spPr>
          <a:xfrm rot="-5400000" flipH="1">
            <a:off x="6095728" y="-1090151"/>
            <a:ext cx="600" cy="7946700"/>
          </a:xfrm>
          <a:prstGeom prst="curvedConnector3">
            <a:avLst>
              <a:gd name="adj1" fmla="val -62524833"/>
            </a:avLst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198;p11">
            <a:extLst>
              <a:ext uri="{FF2B5EF4-FFF2-40B4-BE49-F238E27FC236}">
                <a16:creationId xmlns:a16="http://schemas.microsoft.com/office/drawing/2014/main" id="{83227B97-A6BC-305B-8264-C48F9A957A69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3" name="Google Shape;200;p11">
            <a:extLst>
              <a:ext uri="{FF2B5EF4-FFF2-40B4-BE49-F238E27FC236}">
                <a16:creationId xmlns:a16="http://schemas.microsoft.com/office/drawing/2014/main" id="{DE901C19-0840-6AD1-9723-E3F38185A1D3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4" name="Google Shape;201;p11">
              <a:extLst>
                <a:ext uri="{FF2B5EF4-FFF2-40B4-BE49-F238E27FC236}">
                  <a16:creationId xmlns:a16="http://schemas.microsoft.com/office/drawing/2014/main" id="{64079A23-42C8-D467-25FF-DCD96EAC170B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Google Shape;202;p11">
              <a:extLst>
                <a:ext uri="{FF2B5EF4-FFF2-40B4-BE49-F238E27FC236}">
                  <a16:creationId xmlns:a16="http://schemas.microsoft.com/office/drawing/2014/main" id="{00A9F3F3-B187-3B68-A1FE-827349615BD7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4E431FB-72D6-71ED-8805-E9CFEFD75C2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1DC3685-B9E1-24A7-360E-FF73BFDBECAA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8" name="Google Shape;201;p11">
              <a:extLst>
                <a:ext uri="{FF2B5EF4-FFF2-40B4-BE49-F238E27FC236}">
                  <a16:creationId xmlns:a16="http://schemas.microsoft.com/office/drawing/2014/main" id="{5D654332-2E95-C27C-CCC4-E62D7BCDB00A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Google Shape;202;p11">
              <a:extLst>
                <a:ext uri="{FF2B5EF4-FFF2-40B4-BE49-F238E27FC236}">
                  <a16:creationId xmlns:a16="http://schemas.microsoft.com/office/drawing/2014/main" id="{466F630F-E7D7-00F3-E027-563BB3971822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3E77692-112C-3A77-1BD1-D76ADD64ED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1B36E7A-EA9E-E634-50A9-074AE6BCC706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221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DF785241-AEF1-4735-2D1C-812C4939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7F3EC35A-9E2D-DD62-E99C-1C896BB46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Part II: Development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DDC52468-7D89-4897-8831-469F284D8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Edit the code. Save.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Git add the new files and files with changes: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add FILE_NAME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Git commit your changes with a meaningful message: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"Fix issue X"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If implementing a new feature, include some documentation in docs folder.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submission works with a few of the examples in the examples repository. If adding a new feature to mesa, please illustrate usage by implementing it in an example.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submission passes the </a:t>
            </a:r>
            <a:r>
              <a:rPr lang="en-US" dirty="0">
                <a:latin typeface="Garamond" panose="02020404030301010803" pitchFamily="18" charset="0"/>
                <a:hlinkClick r:id="rId3"/>
              </a:rPr>
              <a:t>GH Actions build</a:t>
            </a:r>
            <a:r>
              <a:rPr lang="en-US" dirty="0">
                <a:latin typeface="Garamond" panose="02020404030301010803" pitchFamily="18" charset="0"/>
              </a:rPr>
              <a:t>. See "Testing and Standards below" to be able to run these locally.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code is formatted according to [the black] standard (you can do it via </a:t>
            </a:r>
            <a:r>
              <a:rPr lang="en-US" dirty="0">
                <a:latin typeface="Garamond" panose="02020404030301010803" pitchFamily="18" charset="0"/>
                <a:hlinkClick r:id="rId4"/>
              </a:rPr>
              <a:t>pre-commit</a:t>
            </a:r>
            <a:r>
              <a:rPr lang="en-US" dirty="0">
                <a:latin typeface="Garamond" panose="02020404030301010803" pitchFamily="18" charset="0"/>
              </a:rPr>
              <a:t>).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8C565B14-807F-8C91-0533-E72F66F852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15</a:t>
            </a:fld>
            <a:endParaRPr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43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831918B3-F6AF-71D8-7FDE-D7824394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1A7A302A-3D9F-4450-CDF1-DEC307DE3C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2.1 Make changes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3A535D57-0BF9-66E5-E03D-899AA5D19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Edit the code. Save.</a:t>
            </a:r>
          </a:p>
          <a:p>
            <a:pPr marL="228600" lvl="0" indent="-228600"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If implementing a new feature, include some documentation in docs folder.</a:t>
            </a:r>
          </a:p>
          <a:p>
            <a:pPr marL="228600" lvl="0" indent="-228600"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Make sure that your submission works with a few of the examples in the examples repository. If adding a new feature to mesa, please illustrate usage by implementing it in an example.</a:t>
            </a: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3118570B-74D5-02F5-08E5-750D2936D5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16</a:t>
            </a:fld>
            <a:endParaRPr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50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8937FFD-F236-89C5-A1C5-8533858E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03656FBD-6C17-4272-716C-A7AE5FCC3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2.2 Add &amp; commit changes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8B640CC2-32AD-F4AD-E8A8-FC4633C5E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/>
            <a:r>
              <a:rPr lang="en-US" dirty="0">
                <a:latin typeface="Garamond" panose="02020404030301010803" pitchFamily="18" charset="0"/>
              </a:rPr>
              <a:t>Git add the new files and files with changes: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add FILE_NAME</a:t>
            </a:r>
          </a:p>
          <a:p>
            <a:pPr marL="228600" lvl="0" indent="-228600"/>
            <a:r>
              <a:rPr lang="en-US" dirty="0">
                <a:latin typeface="Garamond" panose="02020404030301010803" pitchFamily="18" charset="0"/>
              </a:rPr>
              <a:t>Git commit your changes with a meaningful message (optionally with the #):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"fix issue #123"</a:t>
            </a:r>
            <a:endParaRPr sz="1600" dirty="0">
              <a:latin typeface="Garamond" panose="02020404030301010803" pitchFamily="18" charset="0"/>
            </a:endParaRP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D8194E9A-4627-5B81-2EBD-88208F7BE80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17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2" name="Google Shape;198;p11">
            <a:extLst>
              <a:ext uri="{FF2B5EF4-FFF2-40B4-BE49-F238E27FC236}">
                <a16:creationId xmlns:a16="http://schemas.microsoft.com/office/drawing/2014/main" id="{DF240CDC-4178-A558-4728-CBF4798DBE2E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3" name="Google Shape;200;p11">
            <a:extLst>
              <a:ext uri="{FF2B5EF4-FFF2-40B4-BE49-F238E27FC236}">
                <a16:creationId xmlns:a16="http://schemas.microsoft.com/office/drawing/2014/main" id="{8324A670-C761-794E-18E7-1976F2D71A44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4" name="Google Shape;201;p11">
              <a:extLst>
                <a:ext uri="{FF2B5EF4-FFF2-40B4-BE49-F238E27FC236}">
                  <a16:creationId xmlns:a16="http://schemas.microsoft.com/office/drawing/2014/main" id="{0C5E50B5-BB26-80C7-C1CE-D8FF249CE629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Google Shape;202;p11">
              <a:extLst>
                <a:ext uri="{FF2B5EF4-FFF2-40B4-BE49-F238E27FC236}">
                  <a16:creationId xmlns:a16="http://schemas.microsoft.com/office/drawing/2014/main" id="{6FF31B89-0F8A-6DD7-6489-9BC353D29969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2380582-7692-9500-42BE-9258F4222B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6DCA827-215A-831B-74E7-F3A8395CAA9F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8" name="Google Shape;201;p11">
              <a:extLst>
                <a:ext uri="{FF2B5EF4-FFF2-40B4-BE49-F238E27FC236}">
                  <a16:creationId xmlns:a16="http://schemas.microsoft.com/office/drawing/2014/main" id="{A7B9BCA5-8320-87CC-9F1B-DC63E2DD771C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Google Shape;202;p11">
              <a:extLst>
                <a:ext uri="{FF2B5EF4-FFF2-40B4-BE49-F238E27FC236}">
                  <a16:creationId xmlns:a16="http://schemas.microsoft.com/office/drawing/2014/main" id="{8CCD1445-7CED-6CFF-5B82-EF6236B04029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26BB5C4-0DAA-E7CC-4998-E1053D2FD7A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2B45F87-D4BC-6CF5-A7DE-B453319CEC1D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82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7B872E14-A9F3-7705-749F-4D366577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005A60F7-33B4-B686-3D36-0057FCFD3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2.3 Testing &amp; formatting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3D97F184-2432-CCD6-B4F8-B1DE5634B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413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None/>
            </a:pPr>
            <a:r>
              <a:rPr lang="en-US" dirty="0">
                <a:latin typeface="Garamond" panose="02020404030301010803" pitchFamily="18" charset="0"/>
              </a:rPr>
              <a:t>Set up pre-commit if it’s not available: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pre-commit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pre-commit install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None/>
            </a:pPr>
            <a:endParaRPr lang="en-US" dirty="0">
              <a:latin typeface="Garamond" panose="02020404030301010803" pitchFamily="18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None/>
            </a:pPr>
            <a:r>
              <a:rPr lang="en-US" dirty="0">
                <a:latin typeface="Garamond" panose="02020404030301010803" pitchFamily="18" charset="0"/>
                <a:cs typeface="Courier New" panose="02070309020205020404" pitchFamily="49" charset="0"/>
              </a:rPr>
              <a:t>Run pre-commit (or just ruff) locally: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pre-commit run --all-files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ruff check . --fix</a:t>
            </a:r>
            <a:endParaRPr lang="en-US" dirty="0">
              <a:latin typeface="Garamond" panose="02020404030301010803" pitchFamily="18" charset="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dirty="0">
              <a:latin typeface="Garamond" panose="02020404030301010803" pitchFamily="18" charset="0"/>
              <a:cs typeface="Courier New" panose="02070309020205020404" pitchFamily="49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latin typeface="Garamond" panose="02020404030301010803" pitchFamily="18" charset="0"/>
                <a:cs typeface="Courier New" panose="02070309020205020404" pitchFamily="49" charset="0"/>
              </a:rPr>
              <a:t>Run tests locally: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py.test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=mesa tests/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Garamond" panose="02020404030301010803" pitchFamily="18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Garamond" panose="02020404030301010803" pitchFamily="18" charset="0"/>
                <a:cs typeface="Courier New" panose="02070309020205020404" pitchFamily="49" charset="0"/>
              </a:rPr>
              <a:t>Note: </a:t>
            </a:r>
            <a:r>
              <a:rPr lang="en-US" dirty="0">
                <a:latin typeface="Garamond" panose="02020404030301010803" pitchFamily="18" charset="0"/>
                <a:cs typeface="Courier New" panose="02070309020205020404" pitchFamily="49" charset="0"/>
              </a:rPr>
              <a:t>GitHub will run these checks again via GitHub Actions when you open your PR.</a:t>
            </a: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8F404E13-4DE3-4607-CE70-40001A30981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18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2" name="Google Shape;198;p11">
            <a:extLst>
              <a:ext uri="{FF2B5EF4-FFF2-40B4-BE49-F238E27FC236}">
                <a16:creationId xmlns:a16="http://schemas.microsoft.com/office/drawing/2014/main" id="{9B84B682-3A86-8045-C1D5-A104BF04014D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3" name="Google Shape;200;p11">
            <a:extLst>
              <a:ext uri="{FF2B5EF4-FFF2-40B4-BE49-F238E27FC236}">
                <a16:creationId xmlns:a16="http://schemas.microsoft.com/office/drawing/2014/main" id="{CAC3929A-1DD6-F644-AF81-DCD2A0D06041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4" name="Google Shape;201;p11">
              <a:extLst>
                <a:ext uri="{FF2B5EF4-FFF2-40B4-BE49-F238E27FC236}">
                  <a16:creationId xmlns:a16="http://schemas.microsoft.com/office/drawing/2014/main" id="{9C2171CE-5918-75B9-B143-E69E60D5EE89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Google Shape;202;p11">
              <a:extLst>
                <a:ext uri="{FF2B5EF4-FFF2-40B4-BE49-F238E27FC236}">
                  <a16:creationId xmlns:a16="http://schemas.microsoft.com/office/drawing/2014/main" id="{8C8584F7-CD77-02BA-4F9D-BE7B9E5B931E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5787334-5D90-7F66-5A2D-910E9CD6773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FE9937E-D8FC-265D-4B0C-4300766BE695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8" name="Google Shape;201;p11">
              <a:extLst>
                <a:ext uri="{FF2B5EF4-FFF2-40B4-BE49-F238E27FC236}">
                  <a16:creationId xmlns:a16="http://schemas.microsoft.com/office/drawing/2014/main" id="{6773791D-C882-EA56-CE7A-A91E129ABF7B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Google Shape;202;p11">
              <a:extLst>
                <a:ext uri="{FF2B5EF4-FFF2-40B4-BE49-F238E27FC236}">
                  <a16:creationId xmlns:a16="http://schemas.microsoft.com/office/drawing/2014/main" id="{B93E6F8F-8DEF-5180-1678-B9AD350A8EFA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AC22DE0-B335-394C-A02E-F963C61457E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E2EAF15-A99E-9094-0F9D-B0D67FC27076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500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C5A746E-4D18-6E6C-DFED-7CA4575D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962EFEEE-F677-F26E-8A84-BD23522E11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Part II: Development 🎉🎉🎉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622C34E4-986F-6F38-F62F-2697AD51E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Edit the code. Save.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Git add the new files and files with changes: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add FILE_NAME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Git commit your changes with a meaningful message: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"Fix issue X"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If implementing a new feature, include some documentation in docs folder.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submission works with a few of the examples in the examples repository. If adding a new feature to mesa, please illustrate usage by implementing it in an example.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submission passes the </a:t>
            </a:r>
            <a:r>
              <a:rPr lang="en-US" dirty="0">
                <a:latin typeface="Garamond" panose="02020404030301010803" pitchFamily="18" charset="0"/>
                <a:hlinkClick r:id="rId3"/>
              </a:rPr>
              <a:t>GH Actions build</a:t>
            </a:r>
            <a:r>
              <a:rPr lang="en-US" dirty="0">
                <a:latin typeface="Garamond" panose="02020404030301010803" pitchFamily="18" charset="0"/>
              </a:rPr>
              <a:t>. See "Testing and Standards below" to be able to run these locally.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Make sure that your code is formatted according to [the black] standard (you can do it via </a:t>
            </a:r>
            <a:r>
              <a:rPr lang="en-US" dirty="0">
                <a:latin typeface="Garamond" panose="02020404030301010803" pitchFamily="18" charset="0"/>
                <a:hlinkClick r:id="rId4"/>
              </a:rPr>
              <a:t>pre-commit</a:t>
            </a:r>
            <a:r>
              <a:rPr lang="en-US" dirty="0">
                <a:latin typeface="Garamond" panose="02020404030301010803" pitchFamily="18" charset="0"/>
              </a:rPr>
              <a:t>).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22A6ACCF-A7CB-B98F-6EB3-F71C764A11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19</a:t>
            </a:fld>
            <a:endParaRPr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1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489B1588-6387-183A-005F-AF482D6F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>
            <a:extLst>
              <a:ext uri="{FF2B5EF4-FFF2-40B4-BE49-F238E27FC236}">
                <a16:creationId xmlns:a16="http://schemas.microsoft.com/office/drawing/2014/main" id="{2592D1DF-EB90-3E1C-9910-D805285DE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Part III: Submission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16DA2775-1D67-E2E3-1ED9-5CD9432EA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Push your changes to your fork on </a:t>
            </a:r>
            <a:r>
              <a:rPr lang="en-US" dirty="0" err="1">
                <a:latin typeface="Garamond" panose="02020404030301010803" pitchFamily="18" charset="0"/>
              </a:rPr>
              <a:t>Github</a:t>
            </a:r>
            <a:r>
              <a:rPr lang="en-US" dirty="0">
                <a:latin typeface="Garamond" panose="02020404030301010803" pitchFamily="18" charset="0"/>
              </a:rPr>
              <a:t>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origin NAME_OF_BRANCH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Create a pull request.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Describe the change w/ ticket number(s) that the code fixes.</a:t>
            </a:r>
            <a:endParaRPr dirty="0">
              <a:latin typeface="Garamond" panose="02020404030301010803" pitchFamily="18" charset="0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6EC7CB"/>
              </a:buClr>
              <a:buSzPts val="2160"/>
              <a:buChar char="•"/>
            </a:pPr>
            <a:r>
              <a:rPr lang="en-US" dirty="0">
                <a:latin typeface="Garamond" panose="02020404030301010803" pitchFamily="18" charset="0"/>
              </a:rPr>
              <a:t>Format your commit message as per </a:t>
            </a:r>
            <a:r>
              <a:rPr lang="en-US" u="sng" dirty="0">
                <a:solidFill>
                  <a:schemeClr val="hlink"/>
                </a:solidFill>
                <a:latin typeface="Garamond" panose="02020404030301010803" pitchFamily="18" charset="0"/>
                <a:hlinkClick r:id="rId3"/>
              </a:rPr>
              <a:t>Tim Pope's guideline</a:t>
            </a:r>
            <a:r>
              <a:rPr lang="en-US" dirty="0">
                <a:latin typeface="Garamond" panose="02020404030301010803" pitchFamily="18" charset="0"/>
              </a:rPr>
              <a:t>.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C0E94690-F1A0-4B3F-C3F6-3D9F595ABF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20</a:t>
            </a:fld>
            <a:endParaRPr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E6BC45C3-3056-E939-E173-0A398CBF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9D96439E-6991-F9FD-9498-5E37A88BE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3.1 Push to your fork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7" name="Google Shape;267;p20">
            <a:extLst>
              <a:ext uri="{FF2B5EF4-FFF2-40B4-BE49-F238E27FC236}">
                <a16:creationId xmlns:a16="http://schemas.microsoft.com/office/drawing/2014/main" id="{1459376C-641A-9E55-9180-D58B4633A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latin typeface="Garamond" panose="02020404030301010803" pitchFamily="18" charset="0"/>
              </a:rPr>
              <a:t>Push your changes to your fork on GitHub: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push -u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origin BRANCH_NAME</a:t>
            </a: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2C5510C1-874F-33AF-8749-A9F0C8A4DB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21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2" name="Google Shape;192;p11">
            <a:extLst>
              <a:ext uri="{FF2B5EF4-FFF2-40B4-BE49-F238E27FC236}">
                <a16:creationId xmlns:a16="http://schemas.microsoft.com/office/drawing/2014/main" id="{D7599DA4-5477-52DB-AF4A-1D7CDA649BF0}"/>
              </a:ext>
            </a:extLst>
          </p:cNvPr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cxnSp>
        <p:nvCxnSpPr>
          <p:cNvPr id="7" name="Google Shape;199;p11">
            <a:extLst>
              <a:ext uri="{FF2B5EF4-FFF2-40B4-BE49-F238E27FC236}">
                <a16:creationId xmlns:a16="http://schemas.microsoft.com/office/drawing/2014/main" id="{FCBA5E56-82CD-FB69-D410-BFEBD0F456B9}"/>
              </a:ext>
            </a:extLst>
          </p:cNvPr>
          <p:cNvCxnSpPr/>
          <p:nvPr/>
        </p:nvCxnSpPr>
        <p:spPr>
          <a:xfrm rot="10800000" flipH="1">
            <a:off x="7651750" y="3648864"/>
            <a:ext cx="861822" cy="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Google Shape;204;p11">
            <a:extLst>
              <a:ext uri="{FF2B5EF4-FFF2-40B4-BE49-F238E27FC236}">
                <a16:creationId xmlns:a16="http://schemas.microsoft.com/office/drawing/2014/main" id="{C89FF852-3AE0-2D78-13B5-E1B35B09A65C}"/>
              </a:ext>
            </a:extLst>
          </p:cNvPr>
          <p:cNvCxnSpPr/>
          <p:nvPr/>
        </p:nvCxnSpPr>
        <p:spPr>
          <a:xfrm rot="10800000">
            <a:off x="7651750" y="4350539"/>
            <a:ext cx="861822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Google Shape;198;p11">
            <a:extLst>
              <a:ext uri="{FF2B5EF4-FFF2-40B4-BE49-F238E27FC236}">
                <a16:creationId xmlns:a16="http://schemas.microsoft.com/office/drawing/2014/main" id="{7B84F1C7-02CC-9480-42AD-4D14E310ACD2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0" name="Google Shape;200;p11">
            <a:extLst>
              <a:ext uri="{FF2B5EF4-FFF2-40B4-BE49-F238E27FC236}">
                <a16:creationId xmlns:a16="http://schemas.microsoft.com/office/drawing/2014/main" id="{669C6159-D322-8796-7E4E-B9182DE264F4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11" name="Google Shape;201;p11">
              <a:extLst>
                <a:ext uri="{FF2B5EF4-FFF2-40B4-BE49-F238E27FC236}">
                  <a16:creationId xmlns:a16="http://schemas.microsoft.com/office/drawing/2014/main" id="{FF7E9B76-0F39-8B30-B386-73F438F53892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Google Shape;202;p11">
              <a:extLst>
                <a:ext uri="{FF2B5EF4-FFF2-40B4-BE49-F238E27FC236}">
                  <a16:creationId xmlns:a16="http://schemas.microsoft.com/office/drawing/2014/main" id="{BCC29FAD-CA83-C9CE-E727-995125E5E272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3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3928780-C77D-D5C3-39CC-F59403D56B1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338E6D-7879-1F60-ECDF-BA3D687F9AE6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15" name="Google Shape;201;p11">
              <a:extLst>
                <a:ext uri="{FF2B5EF4-FFF2-40B4-BE49-F238E27FC236}">
                  <a16:creationId xmlns:a16="http://schemas.microsoft.com/office/drawing/2014/main" id="{8F75F907-FE14-08A9-F5B3-FA3FCE9799B1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Google Shape;202;p11">
              <a:extLst>
                <a:ext uri="{FF2B5EF4-FFF2-40B4-BE49-F238E27FC236}">
                  <a16:creationId xmlns:a16="http://schemas.microsoft.com/office/drawing/2014/main" id="{34DBC1DA-C63F-C87D-5CF6-BFA31A95867D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7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9496E8E-B5E8-42FE-7757-17B0375426B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86F764D-2F26-9A3E-FBCD-18ACE1653F8C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oogle Shape;200;p11">
            <a:extLst>
              <a:ext uri="{FF2B5EF4-FFF2-40B4-BE49-F238E27FC236}">
                <a16:creationId xmlns:a16="http://schemas.microsoft.com/office/drawing/2014/main" id="{DAAC9141-ACA5-4DA0-C726-EDBA23E1BF6E}"/>
              </a:ext>
            </a:extLst>
          </p:cNvPr>
          <p:cNvGrpSpPr/>
          <p:nvPr/>
        </p:nvGrpSpPr>
        <p:grpSpPr>
          <a:xfrm>
            <a:off x="4646733" y="3878255"/>
            <a:ext cx="1490665" cy="546102"/>
            <a:chOff x="4393402" y="4340224"/>
            <a:chExt cx="1490665" cy="546102"/>
          </a:xfrm>
        </p:grpSpPr>
        <p:sp>
          <p:nvSpPr>
            <p:cNvPr id="20" name="Google Shape;201;p11">
              <a:extLst>
                <a:ext uri="{FF2B5EF4-FFF2-40B4-BE49-F238E27FC236}">
                  <a16:creationId xmlns:a16="http://schemas.microsoft.com/office/drawing/2014/main" id="{8FAF891E-517A-015C-B4FE-3D48A9BAAE9B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Google Shape;202;p11">
              <a:extLst>
                <a:ext uri="{FF2B5EF4-FFF2-40B4-BE49-F238E27FC236}">
                  <a16:creationId xmlns:a16="http://schemas.microsoft.com/office/drawing/2014/main" id="{099BEC66-035E-A28F-5ACA-44E2172E004C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2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0CDC6D6-FDEB-2081-3245-52A0198FC0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ADE920-9BE0-3B12-6ADA-8D1793D3A285}"/>
              </a:ext>
            </a:extLst>
          </p:cNvPr>
          <p:cNvGrpSpPr/>
          <p:nvPr/>
        </p:nvGrpSpPr>
        <p:grpSpPr>
          <a:xfrm>
            <a:off x="4858981" y="4653355"/>
            <a:ext cx="2703198" cy="546102"/>
            <a:chOff x="8347563" y="4422332"/>
            <a:chExt cx="2703198" cy="546102"/>
          </a:xfrm>
        </p:grpSpPr>
        <p:sp>
          <p:nvSpPr>
            <p:cNvPr id="24" name="Google Shape;201;p11">
              <a:extLst>
                <a:ext uri="{FF2B5EF4-FFF2-40B4-BE49-F238E27FC236}">
                  <a16:creationId xmlns:a16="http://schemas.microsoft.com/office/drawing/2014/main" id="{5BDC6018-C62B-42FB-444F-78FB7F39B3F3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5" name="Google Shape;202;p11">
              <a:extLst>
                <a:ext uri="{FF2B5EF4-FFF2-40B4-BE49-F238E27FC236}">
                  <a16:creationId xmlns:a16="http://schemas.microsoft.com/office/drawing/2014/main" id="{4B68C078-D240-7EA4-4A2B-4B038CA50A8A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59F1C22-058A-D03A-A716-B73EE169EBD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BEB76985-5284-667C-1393-97EA6433E4CC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4512025" y="4579450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3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0BBFD7AE-C7C4-2CF8-284E-88F475A3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09A0CC24-A2C6-E0FA-FB66-F6477E4B0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eorgia"/>
              <a:buNone/>
            </a:pPr>
            <a:r>
              <a:rPr lang="en-US" dirty="0">
                <a:latin typeface="Garamond" panose="02020404030301010803" pitchFamily="18" charset="0"/>
              </a:rPr>
              <a:t>3.2 Create a pull request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68" name="Google Shape;268;p20">
            <a:extLst>
              <a:ext uri="{FF2B5EF4-FFF2-40B4-BE49-F238E27FC236}">
                <a16:creationId xmlns:a16="http://schemas.microsoft.com/office/drawing/2014/main" id="{7D405F4F-600A-1CF4-825D-065CC61307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22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12" name="Google Shape;192;p11">
            <a:extLst>
              <a:ext uri="{FF2B5EF4-FFF2-40B4-BE49-F238E27FC236}">
                <a16:creationId xmlns:a16="http://schemas.microsoft.com/office/drawing/2014/main" id="{4E483164-B6CA-61D0-FEFD-E9B58A41B995}"/>
              </a:ext>
            </a:extLst>
          </p:cNvPr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3" name="Google Shape;200;p11">
            <a:extLst>
              <a:ext uri="{FF2B5EF4-FFF2-40B4-BE49-F238E27FC236}">
                <a16:creationId xmlns:a16="http://schemas.microsoft.com/office/drawing/2014/main" id="{F6A1EBB8-D8A4-E63B-F058-B6AB5D337714}"/>
              </a:ext>
            </a:extLst>
          </p:cNvPr>
          <p:cNvGrpSpPr/>
          <p:nvPr/>
        </p:nvGrpSpPr>
        <p:grpSpPr>
          <a:xfrm>
            <a:off x="4646733" y="3878255"/>
            <a:ext cx="1490665" cy="546102"/>
            <a:chOff x="4393402" y="4340224"/>
            <a:chExt cx="1490665" cy="546102"/>
          </a:xfrm>
        </p:grpSpPr>
        <p:sp>
          <p:nvSpPr>
            <p:cNvPr id="14" name="Google Shape;201;p11">
              <a:extLst>
                <a:ext uri="{FF2B5EF4-FFF2-40B4-BE49-F238E27FC236}">
                  <a16:creationId xmlns:a16="http://schemas.microsoft.com/office/drawing/2014/main" id="{AC9745D9-3BAD-654B-DA96-84A5B38DD410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Google Shape;202;p11">
              <a:extLst>
                <a:ext uri="{FF2B5EF4-FFF2-40B4-BE49-F238E27FC236}">
                  <a16:creationId xmlns:a16="http://schemas.microsoft.com/office/drawing/2014/main" id="{6BEAE1CE-3D3D-9F0F-2365-5823C4865DC7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E25D622-936B-A28A-AA6A-B659ED301A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D8BC0D-55C0-E4BE-5310-2086B70F6392}"/>
              </a:ext>
            </a:extLst>
          </p:cNvPr>
          <p:cNvGrpSpPr/>
          <p:nvPr/>
        </p:nvGrpSpPr>
        <p:grpSpPr>
          <a:xfrm>
            <a:off x="4858981" y="4653355"/>
            <a:ext cx="2703198" cy="546102"/>
            <a:chOff x="8347563" y="4422332"/>
            <a:chExt cx="2703198" cy="546102"/>
          </a:xfrm>
        </p:grpSpPr>
        <p:sp>
          <p:nvSpPr>
            <p:cNvPr id="18" name="Google Shape;201;p11">
              <a:extLst>
                <a:ext uri="{FF2B5EF4-FFF2-40B4-BE49-F238E27FC236}">
                  <a16:creationId xmlns:a16="http://schemas.microsoft.com/office/drawing/2014/main" id="{BC0C8272-AC16-9AC7-1AEB-FAB888F119ED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Google Shape;202;p11">
              <a:extLst>
                <a:ext uri="{FF2B5EF4-FFF2-40B4-BE49-F238E27FC236}">
                  <a16:creationId xmlns:a16="http://schemas.microsoft.com/office/drawing/2014/main" id="{DCA7B9E6-3C70-2CBF-5897-FA968146DFBD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445901E-CBA7-EF5B-A3D2-3025706C53C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7147858-0C63-A0C2-E346-96B0CB073657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4512025" y="4579450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Google Shape;187;p11">
            <a:extLst>
              <a:ext uri="{FF2B5EF4-FFF2-40B4-BE49-F238E27FC236}">
                <a16:creationId xmlns:a16="http://schemas.microsoft.com/office/drawing/2014/main" id="{5A471793-8653-D6D9-ECCF-531AD17D24AF}"/>
              </a:ext>
            </a:extLst>
          </p:cNvPr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23" name="Google Shape;188;p11">
            <a:extLst>
              <a:ext uri="{FF2B5EF4-FFF2-40B4-BE49-F238E27FC236}">
                <a16:creationId xmlns:a16="http://schemas.microsoft.com/office/drawing/2014/main" id="{C4A2BCF1-5341-8E48-ED09-2BF1B444F20E}"/>
              </a:ext>
            </a:extLst>
          </p:cNvPr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24" name="Google Shape;189;p11">
              <a:extLst>
                <a:ext uri="{FF2B5EF4-FFF2-40B4-BE49-F238E27FC236}">
                  <a16:creationId xmlns:a16="http://schemas.microsoft.com/office/drawing/2014/main" id="{92B9856B-41D5-34C2-952B-980D0385C80E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25" name="Google Shape;190;p11">
              <a:extLst>
                <a:ext uri="{FF2B5EF4-FFF2-40B4-BE49-F238E27FC236}">
                  <a16:creationId xmlns:a16="http://schemas.microsoft.com/office/drawing/2014/main" id="{EC1E2002-726E-3F08-7866-C3D5F99BB673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6" name="Google Shape;191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F6D333E-A8C0-6762-7960-DE1F2D6C140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8F624A-BEE1-3A77-80B3-BB8B5378DA30}"/>
              </a:ext>
            </a:extLst>
          </p:cNvPr>
          <p:cNvCxnSpPr>
            <a:stCxn id="12" idx="1"/>
            <a:endCxn id="22" idx="3"/>
          </p:cNvCxnSpPr>
          <p:nvPr/>
        </p:nvCxnSpPr>
        <p:spPr>
          <a:xfrm flipH="1">
            <a:off x="3678428" y="4063205"/>
            <a:ext cx="861822" cy="1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oogle Shape;267;p20">
            <a:extLst>
              <a:ext uri="{FF2B5EF4-FFF2-40B4-BE49-F238E27FC236}">
                <a16:creationId xmlns:a16="http://schemas.microsoft.com/office/drawing/2014/main" id="{958A4A63-898A-39D9-DE1D-F539E68AA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C7CB"/>
              </a:buClr>
              <a:buSzPts val="2160"/>
              <a:buNone/>
            </a:pPr>
            <a:r>
              <a:rPr lang="en-US" dirty="0">
                <a:latin typeface="Garamond" panose="02020404030301010803" pitchFamily="18" charset="0"/>
              </a:rPr>
              <a:t>On GitHub, propose merging BRANCH_NAME from your fork into Mesa’s main branch. Link PR to ticket.</a:t>
            </a:r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56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50195376-3B56-CF36-49BB-726B2EFB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>
            <a:extLst>
              <a:ext uri="{FF2B5EF4-FFF2-40B4-BE49-F238E27FC236}">
                <a16:creationId xmlns:a16="http://schemas.microsoft.com/office/drawing/2014/main" id="{D062FFEE-035A-FB53-E0EA-CBBC8D68F9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Part III: Submission 🎉🎉🎉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9BAB8D1C-4DDD-AEA4-6FCE-77D1703F87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23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4" name="Google Shape;192;p11">
            <a:extLst>
              <a:ext uri="{FF2B5EF4-FFF2-40B4-BE49-F238E27FC236}">
                <a16:creationId xmlns:a16="http://schemas.microsoft.com/office/drawing/2014/main" id="{1D93B0D4-4D77-C88D-4F40-651F7C588F31}"/>
              </a:ext>
            </a:extLst>
          </p:cNvPr>
          <p:cNvSpPr/>
          <p:nvPr/>
        </p:nvSpPr>
        <p:spPr>
          <a:xfrm>
            <a:off x="4540250" y="2882898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&lt;your_username&gt;/mesa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(origin)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5" name="Google Shape;200;p11">
            <a:extLst>
              <a:ext uri="{FF2B5EF4-FFF2-40B4-BE49-F238E27FC236}">
                <a16:creationId xmlns:a16="http://schemas.microsoft.com/office/drawing/2014/main" id="{EECBA542-7933-6343-6AAB-194DABE69283}"/>
              </a:ext>
            </a:extLst>
          </p:cNvPr>
          <p:cNvGrpSpPr/>
          <p:nvPr/>
        </p:nvGrpSpPr>
        <p:grpSpPr>
          <a:xfrm>
            <a:off x="4646733" y="3878255"/>
            <a:ext cx="1490665" cy="546102"/>
            <a:chOff x="4393402" y="4340224"/>
            <a:chExt cx="1490665" cy="546102"/>
          </a:xfrm>
        </p:grpSpPr>
        <p:sp>
          <p:nvSpPr>
            <p:cNvPr id="6" name="Google Shape;201;p11">
              <a:extLst>
                <a:ext uri="{FF2B5EF4-FFF2-40B4-BE49-F238E27FC236}">
                  <a16:creationId xmlns:a16="http://schemas.microsoft.com/office/drawing/2014/main" id="{55F30450-DC3E-33E5-D9D5-B3C11A6D5114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Google Shape;202;p11">
              <a:extLst>
                <a:ext uri="{FF2B5EF4-FFF2-40B4-BE49-F238E27FC236}">
                  <a16:creationId xmlns:a16="http://schemas.microsoft.com/office/drawing/2014/main" id="{098F44A3-13C3-A4D2-66FC-6EE8D69B9A11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8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B53A6DB-D53B-9C21-4610-345B6B58B88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1C0F95E-22FF-B2E8-1EB6-DC2098994317}"/>
              </a:ext>
            </a:extLst>
          </p:cNvPr>
          <p:cNvGrpSpPr/>
          <p:nvPr/>
        </p:nvGrpSpPr>
        <p:grpSpPr>
          <a:xfrm>
            <a:off x="4858981" y="4653355"/>
            <a:ext cx="2703198" cy="546102"/>
            <a:chOff x="8347563" y="4422332"/>
            <a:chExt cx="2703198" cy="546102"/>
          </a:xfrm>
        </p:grpSpPr>
        <p:sp>
          <p:nvSpPr>
            <p:cNvPr id="10" name="Google Shape;201;p11">
              <a:extLst>
                <a:ext uri="{FF2B5EF4-FFF2-40B4-BE49-F238E27FC236}">
                  <a16:creationId xmlns:a16="http://schemas.microsoft.com/office/drawing/2014/main" id="{2D50A5EE-034D-79EB-5FA5-743742F82861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Google Shape;202;p11">
              <a:extLst>
                <a:ext uri="{FF2B5EF4-FFF2-40B4-BE49-F238E27FC236}">
                  <a16:creationId xmlns:a16="http://schemas.microsoft.com/office/drawing/2014/main" id="{17E045CA-2A78-E05C-A324-22C82CC9EB20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2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EB90FE8-D141-533B-2D3C-ADE6DA0F5C4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98C09DFF-167F-23F4-54CA-452B976C1839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4512025" y="4579450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Google Shape;187;p11">
            <a:extLst>
              <a:ext uri="{FF2B5EF4-FFF2-40B4-BE49-F238E27FC236}">
                <a16:creationId xmlns:a16="http://schemas.microsoft.com/office/drawing/2014/main" id="{D7554048-E8DA-D27A-6883-F43B4DE34481}"/>
              </a:ext>
            </a:extLst>
          </p:cNvPr>
          <p:cNvSpPr/>
          <p:nvPr/>
        </p:nvSpPr>
        <p:spPr>
          <a:xfrm>
            <a:off x="566928" y="2882899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github.com/mesa/mesa</a:t>
            </a:r>
            <a:endParaRPr>
              <a:latin typeface="Garamond" panose="020204040303010108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(upstream)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15" name="Google Shape;188;p11">
            <a:extLst>
              <a:ext uri="{FF2B5EF4-FFF2-40B4-BE49-F238E27FC236}">
                <a16:creationId xmlns:a16="http://schemas.microsoft.com/office/drawing/2014/main" id="{A3345F74-BCAA-5406-5BED-A1DD103123AF}"/>
              </a:ext>
            </a:extLst>
          </p:cNvPr>
          <p:cNvGrpSpPr/>
          <p:nvPr/>
        </p:nvGrpSpPr>
        <p:grpSpPr>
          <a:xfrm>
            <a:off x="1377346" y="4063200"/>
            <a:ext cx="1490665" cy="546102"/>
            <a:chOff x="4393402" y="4340224"/>
            <a:chExt cx="1490665" cy="546102"/>
          </a:xfrm>
        </p:grpSpPr>
        <p:sp>
          <p:nvSpPr>
            <p:cNvPr id="16" name="Google Shape;189;p11">
              <a:extLst>
                <a:ext uri="{FF2B5EF4-FFF2-40B4-BE49-F238E27FC236}">
                  <a16:creationId xmlns:a16="http://schemas.microsoft.com/office/drawing/2014/main" id="{8C4EEEF5-5A7D-BE9C-46A1-480D5BDA81C2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>
                <a:latin typeface="Garamond" panose="02020404030301010803" pitchFamily="18" charset="0"/>
              </a:endParaRPr>
            </a:p>
          </p:txBody>
        </p:sp>
        <p:sp>
          <p:nvSpPr>
            <p:cNvPr id="17" name="Google Shape;190;p11">
              <a:extLst>
                <a:ext uri="{FF2B5EF4-FFF2-40B4-BE49-F238E27FC236}">
                  <a16:creationId xmlns:a16="http://schemas.microsoft.com/office/drawing/2014/main" id="{796964A7-D785-F67B-650D-37746AA18A68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18" name="Google Shape;191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E5FF1E7-739A-5EEC-2C74-64E3A13EB1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F39852-1836-ECD9-67A0-CE5617BDEAC3}"/>
              </a:ext>
            </a:extLst>
          </p:cNvPr>
          <p:cNvCxnSpPr>
            <a:stCxn id="4" idx="1"/>
            <a:endCxn id="14" idx="3"/>
          </p:cNvCxnSpPr>
          <p:nvPr/>
        </p:nvCxnSpPr>
        <p:spPr>
          <a:xfrm flipH="1">
            <a:off x="3678428" y="4063205"/>
            <a:ext cx="861822" cy="1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oogle Shape;199;p11">
            <a:extLst>
              <a:ext uri="{FF2B5EF4-FFF2-40B4-BE49-F238E27FC236}">
                <a16:creationId xmlns:a16="http://schemas.microsoft.com/office/drawing/2014/main" id="{1FBC9E39-10FB-31F3-854C-E902780A6438}"/>
              </a:ext>
            </a:extLst>
          </p:cNvPr>
          <p:cNvCxnSpPr/>
          <p:nvPr/>
        </p:nvCxnSpPr>
        <p:spPr>
          <a:xfrm rot="10800000" flipH="1">
            <a:off x="7651750" y="3648864"/>
            <a:ext cx="861822" cy="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" name="Google Shape;204;p11">
            <a:extLst>
              <a:ext uri="{FF2B5EF4-FFF2-40B4-BE49-F238E27FC236}">
                <a16:creationId xmlns:a16="http://schemas.microsoft.com/office/drawing/2014/main" id="{27C63B66-F6F4-8169-AF03-E0CF4B8E8A84}"/>
              </a:ext>
            </a:extLst>
          </p:cNvPr>
          <p:cNvCxnSpPr/>
          <p:nvPr/>
        </p:nvCxnSpPr>
        <p:spPr>
          <a:xfrm rot="10800000">
            <a:off x="7651750" y="4350539"/>
            <a:ext cx="861822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198;p11">
            <a:extLst>
              <a:ext uri="{FF2B5EF4-FFF2-40B4-BE49-F238E27FC236}">
                <a16:creationId xmlns:a16="http://schemas.microsoft.com/office/drawing/2014/main" id="{E5567904-4A17-EBC3-0CAD-F7B305262C64}"/>
              </a:ext>
            </a:extLst>
          </p:cNvPr>
          <p:cNvSpPr/>
          <p:nvPr/>
        </p:nvSpPr>
        <p:spPr>
          <a:xfrm>
            <a:off x="8513572" y="2882897"/>
            <a:ext cx="3111500" cy="2360613"/>
          </a:xfrm>
          <a:prstGeom prst="roundRect">
            <a:avLst>
              <a:gd name="adj" fmla="val 16667"/>
            </a:avLst>
          </a:prstGeom>
          <a:solidFill>
            <a:srgbClr val="6EC7CB">
              <a:alpha val="29803"/>
            </a:srgbClr>
          </a:solidFill>
          <a:ln w="12700" cap="flat" cmpd="sng">
            <a:solidFill>
              <a:srgbClr val="6EC7C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Garamond" panose="02020404030301010803" pitchFamily="18" charset="0"/>
                <a:sym typeface="Arial"/>
              </a:rPr>
              <a:t>Local Machine</a:t>
            </a:r>
            <a:endParaRPr>
              <a:latin typeface="Garamond" panose="02020404030301010803" pitchFamily="18" charset="0"/>
            </a:endParaRPr>
          </a:p>
        </p:txBody>
      </p:sp>
      <p:grpSp>
        <p:nvGrpSpPr>
          <p:cNvPr id="23" name="Google Shape;200;p11">
            <a:extLst>
              <a:ext uri="{FF2B5EF4-FFF2-40B4-BE49-F238E27FC236}">
                <a16:creationId xmlns:a16="http://schemas.microsoft.com/office/drawing/2014/main" id="{F7D360D0-A620-13C0-611E-DE50D4F3F47F}"/>
              </a:ext>
            </a:extLst>
          </p:cNvPr>
          <p:cNvGrpSpPr/>
          <p:nvPr/>
        </p:nvGrpSpPr>
        <p:grpSpPr>
          <a:xfrm>
            <a:off x="8578657" y="3649258"/>
            <a:ext cx="1490665" cy="546102"/>
            <a:chOff x="4393402" y="4340224"/>
            <a:chExt cx="1490665" cy="546102"/>
          </a:xfrm>
        </p:grpSpPr>
        <p:sp>
          <p:nvSpPr>
            <p:cNvPr id="24" name="Google Shape;201;p11">
              <a:extLst>
                <a:ext uri="{FF2B5EF4-FFF2-40B4-BE49-F238E27FC236}">
                  <a16:creationId xmlns:a16="http://schemas.microsoft.com/office/drawing/2014/main" id="{C7B7CE3F-C8BF-2EE7-750B-66B87D8E26AC}"/>
                </a:ext>
              </a:extLst>
            </p:cNvPr>
            <p:cNvSpPr/>
            <p:nvPr/>
          </p:nvSpPr>
          <p:spPr>
            <a:xfrm>
              <a:off x="4393402" y="4340225"/>
              <a:ext cx="1228726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main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5" name="Google Shape;202;p11">
              <a:extLst>
                <a:ext uri="{FF2B5EF4-FFF2-40B4-BE49-F238E27FC236}">
                  <a16:creationId xmlns:a16="http://schemas.microsoft.com/office/drawing/2014/main" id="{228D5D3A-F394-7E26-E60C-99A0ABDB9775}"/>
                </a:ext>
              </a:extLst>
            </p:cNvPr>
            <p:cNvSpPr/>
            <p:nvPr/>
          </p:nvSpPr>
          <p:spPr>
            <a:xfrm rot="5400000">
              <a:off x="5480046" y="4482305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26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BB5DF62-3610-9638-879D-C77ECCB6E70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99766" y="4442619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41976C-AD30-0B44-4EE3-4C2DB009D57B}"/>
              </a:ext>
            </a:extLst>
          </p:cNvPr>
          <p:cNvGrpSpPr/>
          <p:nvPr/>
        </p:nvGrpSpPr>
        <p:grpSpPr>
          <a:xfrm>
            <a:off x="8790905" y="4424358"/>
            <a:ext cx="2703198" cy="546102"/>
            <a:chOff x="8347563" y="4422332"/>
            <a:chExt cx="2703198" cy="546102"/>
          </a:xfrm>
        </p:grpSpPr>
        <p:sp>
          <p:nvSpPr>
            <p:cNvPr id="28" name="Google Shape;201;p11">
              <a:extLst>
                <a:ext uri="{FF2B5EF4-FFF2-40B4-BE49-F238E27FC236}">
                  <a16:creationId xmlns:a16="http://schemas.microsoft.com/office/drawing/2014/main" id="{961CB167-F0A1-D00E-86B9-8446552EF787}"/>
                </a:ext>
              </a:extLst>
            </p:cNvPr>
            <p:cNvSpPr/>
            <p:nvPr/>
          </p:nvSpPr>
          <p:spPr>
            <a:xfrm>
              <a:off x="8347563" y="4422333"/>
              <a:ext cx="2441260" cy="546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Garamond" panose="02020404030301010803" pitchFamily="18" charset="0"/>
                </a:rPr>
                <a:t> </a:t>
              </a:r>
              <a:r>
                <a:rPr lang="en-US" sz="1800" dirty="0">
                  <a:solidFill>
                    <a:srgbClr val="000000"/>
                  </a:solidFill>
                  <a:latin typeface="Garamond" panose="02020404030301010803" pitchFamily="18" charset="0"/>
                  <a:sym typeface="Arial"/>
                </a:rPr>
                <a:t>       BRANCH_NAME</a:t>
              </a:r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9" name="Google Shape;202;p11">
              <a:extLst>
                <a:ext uri="{FF2B5EF4-FFF2-40B4-BE49-F238E27FC236}">
                  <a16:creationId xmlns:a16="http://schemas.microsoft.com/office/drawing/2014/main" id="{05DA6F5F-F8BA-6C17-4774-EF85567E1A5A}"/>
                </a:ext>
              </a:extLst>
            </p:cNvPr>
            <p:cNvSpPr/>
            <p:nvPr/>
          </p:nvSpPr>
          <p:spPr>
            <a:xfrm rot="5400000">
              <a:off x="10646741" y="4564413"/>
              <a:ext cx="546102" cy="2619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 panose="02020404030301010803" pitchFamily="18" charset="0"/>
                <a:sym typeface="Arial"/>
              </a:endParaRPr>
            </a:p>
          </p:txBody>
        </p:sp>
        <p:pic>
          <p:nvPicPr>
            <p:cNvPr id="30" name="Google Shape;203;p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4D22EB4-D808-41E8-019C-9D5A14777AB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7641" y="4510438"/>
              <a:ext cx="369888" cy="3698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7CEE6F4-2F60-1D65-9741-BF00DC152FB8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8443949" y="4350453"/>
            <a:ext cx="502050" cy="191861"/>
          </a:xfrm>
          <a:prstGeom prst="bentConnector2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842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720E6CE5-60C9-D7FF-EE64-AD64001F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>
            <a:extLst>
              <a:ext uri="{FF2B5EF4-FFF2-40B4-BE49-F238E27FC236}">
                <a16:creationId xmlns:a16="http://schemas.microsoft.com/office/drawing/2014/main" id="{2D4FBC31-EE97-A431-9986-A49D43322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Practice tasks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8CF3F09F-5728-7FFF-99A8-BF1F519C2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1122152" cy="3968249"/>
          </a:xfrm>
        </p:spPr>
        <p:txBody>
          <a:bodyPr/>
          <a:lstStyle/>
          <a:p>
            <a:pPr marL="91440" indent="0">
              <a:buNone/>
            </a:pPr>
            <a:r>
              <a:rPr lang="en-US" dirty="0">
                <a:latin typeface="Garamond" panose="02020404030301010803" pitchFamily="18" charset="0"/>
              </a:rPr>
              <a:t>Check the tasks at </a:t>
            </a:r>
            <a:r>
              <a:rPr lang="en-US" dirty="0">
                <a:latin typeface="Garamond" panose="02020404030301010803" pitchFamily="18" charset="0"/>
                <a:hlinkClick r:id="rId3"/>
              </a:rPr>
              <a:t>https://github.com/abmind-community/contrib-practice</a:t>
            </a:r>
            <a:endParaRPr lang="en-US" dirty="0">
              <a:latin typeface="Garamond" panose="02020404030301010803" pitchFamily="18" charset="0"/>
            </a:endParaRPr>
          </a:p>
          <a:p>
            <a:pPr marL="91440" indent="0">
              <a:buNone/>
            </a:pPr>
            <a:r>
              <a:rPr lang="en-US" b="1" dirty="0">
                <a:latin typeface="Garamond" panose="02020404030301010803" pitchFamily="18" charset="0"/>
              </a:rPr>
              <a:t>Task 01: Add yourself</a:t>
            </a:r>
          </a:p>
          <a:p>
            <a:r>
              <a:rPr lang="en-US" dirty="0" err="1">
                <a:latin typeface="Garamond" panose="02020404030301010803" pitchFamily="18" charset="0"/>
              </a:rPr>
              <a:t>Practise</a:t>
            </a:r>
            <a:r>
              <a:rPr lang="en-US" dirty="0">
                <a:latin typeface="Garamond" panose="02020404030301010803" pitchFamily="18" charset="0"/>
              </a:rPr>
              <a:t> fork/branching/PR workflow.</a:t>
            </a:r>
          </a:p>
          <a:p>
            <a:pPr marL="91440" indent="0">
              <a:buNone/>
            </a:pPr>
            <a:r>
              <a:rPr lang="en-US" b="1" dirty="0">
                <a:latin typeface="Garamond" panose="02020404030301010803" pitchFamily="18" charset="0"/>
              </a:rPr>
              <a:t>Task 02: Fix style</a:t>
            </a:r>
          </a:p>
          <a:p>
            <a:r>
              <a:rPr lang="en-US" dirty="0">
                <a:latin typeface="Garamond" panose="02020404030301010803" pitchFamily="18" charset="0"/>
              </a:rPr>
              <a:t>Use ruff &amp; pre-commit to fix style issues.</a:t>
            </a:r>
          </a:p>
          <a:p>
            <a:pPr marL="91440" indent="0">
              <a:buNone/>
            </a:pPr>
            <a:r>
              <a:rPr lang="en-US" b="1" dirty="0">
                <a:latin typeface="Garamond" panose="02020404030301010803" pitchFamily="18" charset="0"/>
              </a:rPr>
              <a:t>Task 03: Add tests</a:t>
            </a:r>
          </a:p>
          <a:p>
            <a:r>
              <a:rPr lang="en-US" dirty="0">
                <a:latin typeface="Garamond" panose="02020404030301010803" pitchFamily="18" charset="0"/>
              </a:rPr>
              <a:t>Write unit tests and update existing PR.</a:t>
            </a:r>
          </a:p>
          <a:p>
            <a:pPr marL="91440" indent="0">
              <a:buNone/>
            </a:pPr>
            <a:r>
              <a:rPr lang="en-US" b="1" dirty="0">
                <a:latin typeface="Garamond" panose="02020404030301010803" pitchFamily="18" charset="0"/>
              </a:rPr>
              <a:t>Task 04 &amp; 05: Merge conflict</a:t>
            </a:r>
          </a:p>
          <a:p>
            <a:r>
              <a:rPr lang="en-US" dirty="0">
                <a:latin typeface="Garamond" panose="02020404030301010803" pitchFamily="18" charset="0"/>
              </a:rPr>
              <a:t>Simulate and resolve a basic merge/</a:t>
            </a:r>
            <a:r>
              <a:rPr lang="en-US">
                <a:latin typeface="Garamond" panose="02020404030301010803" pitchFamily="18" charset="0"/>
              </a:rPr>
              <a:t>rebase conflict.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2FF0D2AA-95F5-F313-27A6-BFBCDD62E0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24</a:t>
            </a:fld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323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ADAE52B3-CD4F-A456-E0E1-B1250A86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>
            <a:extLst>
              <a:ext uri="{FF2B5EF4-FFF2-40B4-BE49-F238E27FC236}">
                <a16:creationId xmlns:a16="http://schemas.microsoft.com/office/drawing/2014/main" id="{10A31F3D-3ED6-9959-8478-DFA3DA5AB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lvl="0">
              <a:buSzPts val="3600"/>
            </a:pPr>
            <a:r>
              <a:rPr lang="en-US" dirty="0">
                <a:latin typeface="Garamond" panose="02020404030301010803" pitchFamily="18" charset="0"/>
              </a:rPr>
              <a:t>Book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AF2F7B92-F81D-1D4F-E983-CF0091261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Available at: </a:t>
            </a:r>
            <a:r>
              <a:rPr lang="en-US" dirty="0">
                <a:latin typeface="Garamond" panose="02020404030301010803" pitchFamily="18" charset="0"/>
                <a:hlinkClick r:id="rId3"/>
              </a:rPr>
              <a:t>https://git-scm.com/book</a:t>
            </a:r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Chapters 1, 2, 3, 5 &amp; 6.</a:t>
            </a:r>
          </a:p>
        </p:txBody>
      </p:sp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0EC6901F-2177-FFCD-A507-6C2E0D0C8B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25</a:t>
            </a:fld>
            <a:endParaRPr dirty="0">
              <a:latin typeface="Garamond" panose="02020404030301010803" pitchFamily="18" charset="0"/>
            </a:endParaRPr>
          </a:p>
        </p:txBody>
      </p:sp>
      <p:pic>
        <p:nvPicPr>
          <p:cNvPr id="3" name="Picture 2" descr="A black and yellow background with text&#10;&#10;AI-generated content may be incorrect.">
            <a:extLst>
              <a:ext uri="{FF2B5EF4-FFF2-40B4-BE49-F238E27FC236}">
                <a16:creationId xmlns:a16="http://schemas.microsoft.com/office/drawing/2014/main" id="{F7DF1986-31E5-4AE9-252A-80EA027EA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905" y="2185416"/>
            <a:ext cx="2998990" cy="39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39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6BC2E3BE-7E2B-A494-C057-8B8D5F38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74E0C4EC-987B-1379-F0C7-EBD95D914C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26</a:t>
            </a:fld>
            <a:endParaRPr dirty="0">
              <a:latin typeface="Garamond" panose="02020404030301010803" pitchFamily="18" charset="0"/>
            </a:endParaRPr>
          </a:p>
        </p:txBody>
      </p:sp>
      <p:pic>
        <p:nvPicPr>
          <p:cNvPr id="3" name="Picture 2" descr="A cartoon of people talking to a person and person&#10;&#10;AI-generated content may be incorrect.">
            <a:extLst>
              <a:ext uri="{FF2B5EF4-FFF2-40B4-BE49-F238E27FC236}">
                <a16:creationId xmlns:a16="http://schemas.microsoft.com/office/drawing/2014/main" id="{1A9F5B4C-33A1-6AC4-C2F7-0079A0506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1223899"/>
            <a:ext cx="3771900" cy="5461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24777B-5102-2546-5C08-BC97E0350794}"/>
              </a:ext>
            </a:extLst>
          </p:cNvPr>
          <p:cNvSpPr txBox="1"/>
          <p:nvPr/>
        </p:nvSpPr>
        <p:spPr>
          <a:xfrm>
            <a:off x="7981950" y="6363836"/>
            <a:ext cx="2098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</a:rPr>
              <a:t>Source: </a:t>
            </a:r>
            <a:r>
              <a:rPr lang="en-US" sz="1200" dirty="0">
                <a:latin typeface="Garamond" panose="02020404030301010803" pitchFamily="18" charset="0"/>
                <a:hlinkClick r:id="rId4"/>
              </a:rPr>
              <a:t>https://</a:t>
            </a:r>
            <a:r>
              <a:rPr lang="en-US" sz="1200" dirty="0" err="1">
                <a:latin typeface="Garamond" panose="02020404030301010803" pitchFamily="18" charset="0"/>
                <a:hlinkClick r:id="rId4"/>
              </a:rPr>
              <a:t>xkcd.com</a:t>
            </a:r>
            <a:r>
              <a:rPr lang="en-US" sz="1200" dirty="0">
                <a:latin typeface="Garamond" panose="02020404030301010803" pitchFamily="18" charset="0"/>
                <a:hlinkClick r:id="rId4"/>
              </a:rPr>
              <a:t>/1597</a:t>
            </a:r>
            <a:endParaRPr lang="en-US" sz="12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1336</Words>
  <Application>Microsoft Macintosh PowerPoint</Application>
  <PresentationFormat>Widescreen</PresentationFormat>
  <Paragraphs>212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Courier New</vt:lpstr>
      <vt:lpstr>Arial</vt:lpstr>
      <vt:lpstr>Georgia</vt:lpstr>
      <vt:lpstr>Garamond</vt:lpstr>
      <vt:lpstr>Office Theme</vt:lpstr>
      <vt:lpstr>Contribution Workflow</vt:lpstr>
      <vt:lpstr>CONTRIBUTING.md</vt:lpstr>
      <vt:lpstr>Modeller and/or developer</vt:lpstr>
      <vt:lpstr>Part I: Setup</vt:lpstr>
      <vt:lpstr>1.1 Create a ticket (or find one)</vt:lpstr>
      <vt:lpstr>1.2 Fork the repository</vt:lpstr>
      <vt:lpstr>1.2 Fork the repository</vt:lpstr>
      <vt:lpstr>1.3 Clone to local machine</vt:lpstr>
      <vt:lpstr>1.3 Clone to local machine</vt:lpstr>
      <vt:lpstr>1.3 Clone to local machine</vt:lpstr>
      <vt:lpstr>1.3 Clone to local machine</vt:lpstr>
      <vt:lpstr>1.4 Create a branch</vt:lpstr>
      <vt:lpstr>1.5 Install dev dependencies</vt:lpstr>
      <vt:lpstr>Part I: Setup 🎉🎉🎉</vt:lpstr>
      <vt:lpstr>Part II: Development</vt:lpstr>
      <vt:lpstr>2.1 Make changes</vt:lpstr>
      <vt:lpstr>2.2 Add &amp; commit changes</vt:lpstr>
      <vt:lpstr>2.3 Testing &amp; formatting</vt:lpstr>
      <vt:lpstr>Part II: Development 🎉🎉🎉</vt:lpstr>
      <vt:lpstr>Part III: Submission</vt:lpstr>
      <vt:lpstr>3.1 Push to your fork</vt:lpstr>
      <vt:lpstr>3.2 Create a pull request</vt:lpstr>
      <vt:lpstr>Part III: Submission 🎉🎉🎉</vt:lpstr>
      <vt:lpstr>Practice tasks</vt:lpstr>
      <vt:lpstr>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Division of University Communications</dc:creator>
  <cp:lastModifiedBy>Boyu Wang</cp:lastModifiedBy>
  <cp:revision>109</cp:revision>
  <dcterms:created xsi:type="dcterms:W3CDTF">2019-04-04T19:20:28Z</dcterms:created>
  <dcterms:modified xsi:type="dcterms:W3CDTF">2025-12-13T12:45:47Z</dcterms:modified>
</cp:coreProperties>
</file>